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6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9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10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11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16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2" r:id="rId4"/>
    <p:sldId id="283" r:id="rId5"/>
    <p:sldId id="284" r:id="rId6"/>
    <p:sldId id="285" r:id="rId7"/>
    <p:sldId id="271" r:id="rId8"/>
    <p:sldId id="270" r:id="rId9"/>
    <p:sldId id="286" r:id="rId10"/>
    <p:sldId id="260" r:id="rId11"/>
    <p:sldId id="272" r:id="rId12"/>
    <p:sldId id="273" r:id="rId13"/>
    <p:sldId id="274" r:id="rId14"/>
    <p:sldId id="275" r:id="rId15"/>
    <p:sldId id="288" r:id="rId16"/>
    <p:sldId id="289" r:id="rId17"/>
    <p:sldId id="278" r:id="rId18"/>
    <p:sldId id="279" r:id="rId19"/>
    <p:sldId id="280" r:id="rId20"/>
    <p:sldId id="290" r:id="rId21"/>
    <p:sldId id="292" r:id="rId22"/>
    <p:sldId id="291" r:id="rId2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59" autoAdjust="0"/>
    <p:restoredTop sz="95706" autoAdjust="0"/>
  </p:normalViewPr>
  <p:slideViewPr>
    <p:cSldViewPr snapToGrid="0">
      <p:cViewPr varScale="1">
        <p:scale>
          <a:sx n="123" d="100"/>
          <a:sy n="123" d="100"/>
        </p:scale>
        <p:origin x="77" y="86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D20F1E-F605-484D-8277-98A0DEB66C01}" type="doc">
      <dgm:prSet loTypeId="urn:microsoft.com/office/officeart/2005/8/layout/vList5" loCatId="list" qsTypeId="urn:microsoft.com/office/officeart/2005/8/quickstyle/3d4" qsCatId="3D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3E7A6BA8-0778-4DE8-B30B-6AF44C7D3BC6}">
      <dgm:prSet phldrT="[Texte]" custT="1"/>
      <dgm:spPr/>
      <dgm:t>
        <a:bodyPr/>
        <a:lstStyle/>
        <a:p>
          <a:pPr algn="ctr"/>
          <a:r>
            <a:rPr lang="fr-FR" sz="1400" dirty="0">
              <a:solidFill>
                <a:schemeClr val="accent5">
                  <a:lumMod val="75000"/>
                </a:schemeClr>
              </a:solidFill>
            </a:rPr>
            <a:t>Stock_Status </a:t>
          </a:r>
        </a:p>
      </dgm:t>
    </dgm:pt>
    <dgm:pt modelId="{CF3B6B22-B5C0-4D39-BC90-9DF787BECF4B}" type="parTrans" cxnId="{87E6564E-B039-4172-9E4B-5F2AC55B67D4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FC852093-8C5A-4308-8D66-78DC01F3A9C9}" type="sibTrans" cxnId="{87E6564E-B039-4172-9E4B-5F2AC55B67D4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8FDCB253-4B10-4414-9ACA-B4DB773E9EEB}">
      <dgm:prSet phldrT="[Texte]" phldr="0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dgm:style>
      </dgm:prSet>
      <dgm:spPr>
        <a:noFill/>
        <a:ln>
          <a:noFill/>
        </a:ln>
      </dgm:spPr>
      <dgm:t>
        <a:bodyPr/>
        <a:lstStyle/>
        <a:p>
          <a:r>
            <a:rPr lang="fr-FR" sz="1200" b="1" dirty="0"/>
            <a:t>Création</a:t>
          </a:r>
          <a:r>
            <a:rPr lang="fr-FR" sz="1200" dirty="0"/>
            <a:t> colonne </a:t>
          </a:r>
          <a:r>
            <a:rPr lang="fr-FR" sz="1200" b="1" dirty="0"/>
            <a:t>temporaire stock_status2 </a:t>
          </a:r>
          <a:r>
            <a:rPr lang="fr-FR" sz="1200" dirty="0"/>
            <a:t>basée sur stock_quantity</a:t>
          </a:r>
        </a:p>
      </dgm:t>
    </dgm:pt>
    <dgm:pt modelId="{F7B4A924-6A8D-49C3-84C9-EE2F2CAC869C}" type="parTrans" cxnId="{E225264E-FE96-4AA1-B2B0-3CD95115BFC8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7C0C8F70-96EE-4D4E-962B-792050077421}" type="sibTrans" cxnId="{E225264E-FE96-4AA1-B2B0-3CD95115BFC8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535B3329-644B-43A2-A9D6-8B14B540E749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dgm:style>
      </dgm:prSet>
      <dgm:spPr>
        <a:noFill/>
        <a:ln>
          <a:noFill/>
        </a:ln>
      </dgm:spPr>
      <dgm:t>
        <a:bodyPr/>
        <a:lstStyle/>
        <a:p>
          <a:r>
            <a:rPr lang="fr-FR" sz="1200" dirty="0"/>
            <a:t> </a:t>
          </a:r>
          <a:r>
            <a:rPr lang="fr-FR" sz="1200" b="1" dirty="0"/>
            <a:t>Correction </a:t>
          </a:r>
          <a:r>
            <a:rPr lang="fr-FR" sz="1200" dirty="0"/>
            <a:t>des statuts  </a:t>
          </a:r>
          <a:r>
            <a:rPr lang="fr-FR" sz="1200" b="1" dirty="0"/>
            <a:t>incohérents</a:t>
          </a:r>
          <a:r>
            <a:rPr lang="fr-FR" sz="1200" dirty="0"/>
            <a:t> </a:t>
          </a:r>
        </a:p>
      </dgm:t>
    </dgm:pt>
    <dgm:pt modelId="{7DAB0891-B5F2-45EE-828B-C90E7E35B95D}" type="parTrans" cxnId="{07FABDBF-EC29-43CB-877B-608BC7854349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3352BA0B-D8AF-40F8-9D47-B61D70EEE8C3}" type="sibTrans" cxnId="{07FABDBF-EC29-43CB-877B-608BC7854349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5C1F9CD1-637A-474E-BFFC-DBEFCE38EE45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dgm:style>
      </dgm:prSet>
      <dgm:spPr>
        <a:noFill/>
        <a:ln>
          <a:noFill/>
        </a:ln>
      </dgm:spPr>
      <dgm:t>
        <a:bodyPr/>
        <a:lstStyle/>
        <a:p>
          <a:r>
            <a:rPr lang="fr-FR" sz="1200" dirty="0"/>
            <a:t> Suppression de la colonne temporaire afin d’éviter les données redondantes.</a:t>
          </a:r>
        </a:p>
      </dgm:t>
    </dgm:pt>
    <dgm:pt modelId="{7096BE70-856E-46D7-A2F1-90E235EE14B1}" type="parTrans" cxnId="{8C3B1314-33B0-44D8-A3E4-548091EE7F23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14F48D1C-CF68-4C34-A8FB-5CB40C1F9EF9}" type="sibTrans" cxnId="{8C3B1314-33B0-44D8-A3E4-548091EE7F23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A89D598D-9C83-428B-956A-DFE04D592AE8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dgm:style>
      </dgm:prSet>
      <dgm:spPr>
        <a:noFill/>
        <a:ln>
          <a:noFill/>
        </a:ln>
      </dgm:spPr>
      <dgm:t>
        <a:bodyPr/>
        <a:lstStyle/>
        <a:p>
          <a:r>
            <a:rPr lang="fr-FR" sz="1200" dirty="0"/>
            <a:t> Identifier </a:t>
          </a:r>
          <a:r>
            <a:rPr lang="fr-FR" sz="1200" b="1" dirty="0"/>
            <a:t>4 lignes en  écart </a:t>
          </a:r>
          <a:r>
            <a:rPr lang="fr-FR" sz="1200" dirty="0"/>
            <a:t>( où </a:t>
          </a:r>
          <a:r>
            <a:rPr lang="fr-FR" sz="1200" dirty="0" err="1"/>
            <a:t>stock_status</a:t>
          </a:r>
          <a:r>
            <a:rPr lang="fr-FR" sz="1200" dirty="0"/>
            <a:t> ≠   stock_status2) </a:t>
          </a:r>
        </a:p>
      </dgm:t>
    </dgm:pt>
    <dgm:pt modelId="{CCB3D503-F3D6-43A0-8C75-E8DCE8F2F565}" type="parTrans" cxnId="{5373C7D5-F79B-44A4-813F-6DB31063390A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23BF6D06-6393-4FB9-97BC-EFD25CD53E3A}" type="sibTrans" cxnId="{5373C7D5-F79B-44A4-813F-6DB31063390A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FD7A6C36-3DEA-4352-9E82-F1719F9A1B84}" type="pres">
      <dgm:prSet presAssocID="{94D20F1E-F605-484D-8277-98A0DEB66C01}" presName="Name0" presStyleCnt="0">
        <dgm:presLayoutVars>
          <dgm:dir/>
          <dgm:animLvl val="lvl"/>
          <dgm:resizeHandles val="exact"/>
        </dgm:presLayoutVars>
      </dgm:prSet>
      <dgm:spPr/>
    </dgm:pt>
    <dgm:pt modelId="{E39BC9F3-37A8-4124-A1A1-480047432C53}" type="pres">
      <dgm:prSet presAssocID="{3E7A6BA8-0778-4DE8-B30B-6AF44C7D3BC6}" presName="linNode" presStyleCnt="0"/>
      <dgm:spPr/>
    </dgm:pt>
    <dgm:pt modelId="{A2785B4B-16F3-44BA-94BC-A254CEF4974C}" type="pres">
      <dgm:prSet presAssocID="{3E7A6BA8-0778-4DE8-B30B-6AF44C7D3BC6}" presName="parentText" presStyleLbl="node1" presStyleIdx="0" presStyleCnt="1" custScaleY="114931" custLinFactNeighborY="1496">
        <dgm:presLayoutVars>
          <dgm:chMax val="1"/>
          <dgm:bulletEnabled val="1"/>
        </dgm:presLayoutVars>
      </dgm:prSet>
      <dgm:spPr/>
    </dgm:pt>
    <dgm:pt modelId="{00CF5225-C80C-4DB8-8518-C45273A31630}" type="pres">
      <dgm:prSet presAssocID="{3E7A6BA8-0778-4DE8-B30B-6AF44C7D3BC6}" presName="descendantText" presStyleLbl="alignAccFollowNode1" presStyleIdx="0" presStyleCnt="1" custScaleX="104830" custScaleY="175696">
        <dgm:presLayoutVars>
          <dgm:bulletEnabled val="1"/>
        </dgm:presLayoutVars>
      </dgm:prSet>
      <dgm:spPr/>
    </dgm:pt>
  </dgm:ptLst>
  <dgm:cxnLst>
    <dgm:cxn modelId="{8C3B1314-33B0-44D8-A3E4-548091EE7F23}" srcId="{3E7A6BA8-0778-4DE8-B30B-6AF44C7D3BC6}" destId="{5C1F9CD1-637A-474E-BFFC-DBEFCE38EE45}" srcOrd="3" destOrd="0" parTransId="{7096BE70-856E-46D7-A2F1-90E235EE14B1}" sibTransId="{14F48D1C-CF68-4C34-A8FB-5CB40C1F9EF9}"/>
    <dgm:cxn modelId="{F0C23921-5856-46CF-A6EE-00A9051379F0}" type="presOf" srcId="{94D20F1E-F605-484D-8277-98A0DEB66C01}" destId="{FD7A6C36-3DEA-4352-9E82-F1719F9A1B84}" srcOrd="0" destOrd="0" presId="urn:microsoft.com/office/officeart/2005/8/layout/vList5"/>
    <dgm:cxn modelId="{5373746C-4140-4B36-B1E4-51B5509AFB2A}" type="presOf" srcId="{A89D598D-9C83-428B-956A-DFE04D592AE8}" destId="{00CF5225-C80C-4DB8-8518-C45273A31630}" srcOrd="0" destOrd="1" presId="urn:microsoft.com/office/officeart/2005/8/layout/vList5"/>
    <dgm:cxn modelId="{EAA1734D-5AE1-4BEF-AB89-949BD6AA83CF}" type="presOf" srcId="{535B3329-644B-43A2-A9D6-8B14B540E749}" destId="{00CF5225-C80C-4DB8-8518-C45273A31630}" srcOrd="0" destOrd="2" presId="urn:microsoft.com/office/officeart/2005/8/layout/vList5"/>
    <dgm:cxn modelId="{E225264E-FE96-4AA1-B2B0-3CD95115BFC8}" srcId="{3E7A6BA8-0778-4DE8-B30B-6AF44C7D3BC6}" destId="{8FDCB253-4B10-4414-9ACA-B4DB773E9EEB}" srcOrd="0" destOrd="0" parTransId="{F7B4A924-6A8D-49C3-84C9-EE2F2CAC869C}" sibTransId="{7C0C8F70-96EE-4D4E-962B-792050077421}"/>
    <dgm:cxn modelId="{87E6564E-B039-4172-9E4B-5F2AC55B67D4}" srcId="{94D20F1E-F605-484D-8277-98A0DEB66C01}" destId="{3E7A6BA8-0778-4DE8-B30B-6AF44C7D3BC6}" srcOrd="0" destOrd="0" parTransId="{CF3B6B22-B5C0-4D39-BC90-9DF787BECF4B}" sibTransId="{FC852093-8C5A-4308-8D66-78DC01F3A9C9}"/>
    <dgm:cxn modelId="{DA77A672-F82A-41A6-BF20-F3986CB4C9B1}" type="presOf" srcId="{8FDCB253-4B10-4414-9ACA-B4DB773E9EEB}" destId="{00CF5225-C80C-4DB8-8518-C45273A31630}" srcOrd="0" destOrd="0" presId="urn:microsoft.com/office/officeart/2005/8/layout/vList5"/>
    <dgm:cxn modelId="{07FABDBF-EC29-43CB-877B-608BC7854349}" srcId="{3E7A6BA8-0778-4DE8-B30B-6AF44C7D3BC6}" destId="{535B3329-644B-43A2-A9D6-8B14B540E749}" srcOrd="2" destOrd="0" parTransId="{7DAB0891-B5F2-45EE-828B-C90E7E35B95D}" sibTransId="{3352BA0B-D8AF-40F8-9D47-B61D70EEE8C3}"/>
    <dgm:cxn modelId="{9A7B1EC8-42B4-410D-A05A-8851B1E72D36}" type="presOf" srcId="{3E7A6BA8-0778-4DE8-B30B-6AF44C7D3BC6}" destId="{A2785B4B-16F3-44BA-94BC-A254CEF4974C}" srcOrd="0" destOrd="0" presId="urn:microsoft.com/office/officeart/2005/8/layout/vList5"/>
    <dgm:cxn modelId="{C66BA7D0-345A-4174-B5C5-F1800444609F}" type="presOf" srcId="{5C1F9CD1-637A-474E-BFFC-DBEFCE38EE45}" destId="{00CF5225-C80C-4DB8-8518-C45273A31630}" srcOrd="0" destOrd="3" presId="urn:microsoft.com/office/officeart/2005/8/layout/vList5"/>
    <dgm:cxn modelId="{5373C7D5-F79B-44A4-813F-6DB31063390A}" srcId="{3E7A6BA8-0778-4DE8-B30B-6AF44C7D3BC6}" destId="{A89D598D-9C83-428B-956A-DFE04D592AE8}" srcOrd="1" destOrd="0" parTransId="{CCB3D503-F3D6-43A0-8C75-E8DCE8F2F565}" sibTransId="{23BF6D06-6393-4FB9-97BC-EFD25CD53E3A}"/>
    <dgm:cxn modelId="{055C0C36-5DD6-4D8D-9063-E68B76056EB7}" type="presParOf" srcId="{FD7A6C36-3DEA-4352-9E82-F1719F9A1B84}" destId="{E39BC9F3-37A8-4124-A1A1-480047432C53}" srcOrd="0" destOrd="0" presId="urn:microsoft.com/office/officeart/2005/8/layout/vList5"/>
    <dgm:cxn modelId="{9A0D6B0D-C55F-4C69-919C-46A0721189A9}" type="presParOf" srcId="{E39BC9F3-37A8-4124-A1A1-480047432C53}" destId="{A2785B4B-16F3-44BA-94BC-A254CEF4974C}" srcOrd="0" destOrd="0" presId="urn:microsoft.com/office/officeart/2005/8/layout/vList5"/>
    <dgm:cxn modelId="{AB35760C-BEDE-48D7-9ABF-E4A136B0679E}" type="presParOf" srcId="{E39BC9F3-37A8-4124-A1A1-480047432C53}" destId="{00CF5225-C80C-4DB8-8518-C45273A31630}" srcOrd="1" destOrd="0" presId="urn:microsoft.com/office/officeart/2005/8/layout/vList5"/>
  </dgm:cxnLst>
  <dgm:bg>
    <a:solidFill>
      <a:schemeClr val="bg1"/>
    </a:solidFill>
  </dgm:bg>
  <dgm:whole>
    <a:ln>
      <a:solidFill>
        <a:schemeClr val="accent5"/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D20F1E-F605-484D-8277-98A0DEB66C01}" type="doc">
      <dgm:prSet loTypeId="urn:microsoft.com/office/officeart/2005/8/layout/vList5" loCatId="list" qsTypeId="urn:microsoft.com/office/officeart/2005/8/quickstyle/3d4" qsCatId="3D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65E10FB4-FA6E-41DC-97E4-2519B58ABC38}">
      <dgm:prSet phldrT="[Texte]" custT="1"/>
      <dgm:spPr/>
      <dgm:t>
        <a:bodyPr anchor="ctr"/>
        <a:lstStyle/>
        <a:p>
          <a:pPr algn="ctr"/>
          <a:r>
            <a:rPr lang="fr-FR" sz="1400" dirty="0">
              <a:solidFill>
                <a:schemeClr val="accent5">
                  <a:lumMod val="75000"/>
                </a:schemeClr>
              </a:solidFill>
            </a:rPr>
            <a:t>Price</a:t>
          </a:r>
          <a:r>
            <a:rPr lang="fr-FR" sz="1400" dirty="0"/>
            <a:t> </a:t>
          </a:r>
        </a:p>
      </dgm:t>
    </dgm:pt>
    <dgm:pt modelId="{15A2CA2E-8A26-4583-BEFF-2ED4D17A57C8}" type="parTrans" cxnId="{3C71FE42-9F25-4106-A3C0-D7BB26B70B23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9BB9C042-B2AB-4332-84BD-45A8016C4CAE}" type="sibTrans" cxnId="{3C71FE42-9F25-4106-A3C0-D7BB26B70B23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74093BFC-7842-469A-A0C5-C973B0758C7D}">
      <dgm:prSet phldrT="[Texte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 anchor="ctr"/>
        <a:lstStyle/>
        <a:p>
          <a:pPr algn="l"/>
          <a:r>
            <a:rPr lang="fr-FR" sz="1200" dirty="0"/>
            <a:t>Identification de </a:t>
          </a:r>
          <a:r>
            <a:rPr lang="fr-FR" sz="1200" b="1" dirty="0"/>
            <a:t>3 prix négatifs, </a:t>
          </a:r>
          <a:r>
            <a:rPr lang="fr-FR" sz="1200" b="0" dirty="0"/>
            <a:t>considères comme incorrects</a:t>
          </a:r>
        </a:p>
      </dgm:t>
    </dgm:pt>
    <dgm:pt modelId="{CC104A29-8501-4888-AACD-3296C3106C9A}" type="sibTrans" cxnId="{443D1191-D775-41C0-A6A7-59C7EBABF219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67AA5A06-81A9-4B77-8299-455C85D66A4C}" type="parTrans" cxnId="{443D1191-D775-41C0-A6A7-59C7EBABF219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1F8CBED5-2795-4292-8D5E-5D5CC00A75EB}">
      <dgm:prSet phldrT="[Texte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 anchor="ctr"/>
        <a:lstStyle/>
        <a:p>
          <a:pPr algn="l"/>
          <a:r>
            <a:rPr lang="fr-FR" sz="1200" b="0" dirty="0"/>
            <a:t>Ces anomalies doivent être </a:t>
          </a:r>
          <a:r>
            <a:rPr lang="fr-FR" sz="1200" b="1" dirty="0"/>
            <a:t>signalées à l’entreprise </a:t>
          </a:r>
          <a:r>
            <a:rPr lang="fr-FR" sz="1200" b="0" dirty="0"/>
            <a:t>pour vérification  </a:t>
          </a:r>
        </a:p>
      </dgm:t>
    </dgm:pt>
    <dgm:pt modelId="{A1E298D0-DACC-4067-AA38-A14E81355ACB}" type="sibTrans" cxnId="{9A91ED6C-0CAC-4C6F-9E80-298AD3FFB39C}">
      <dgm:prSet/>
      <dgm:spPr/>
      <dgm:t>
        <a:bodyPr/>
        <a:lstStyle/>
        <a:p>
          <a:endParaRPr lang="fr-FR"/>
        </a:p>
      </dgm:t>
    </dgm:pt>
    <dgm:pt modelId="{533BCC39-040E-418F-A96C-BDE542DC5740}" type="parTrans" cxnId="{9A91ED6C-0CAC-4C6F-9E80-298AD3FFB39C}">
      <dgm:prSet/>
      <dgm:spPr/>
      <dgm:t>
        <a:bodyPr/>
        <a:lstStyle/>
        <a:p>
          <a:endParaRPr lang="fr-FR"/>
        </a:p>
      </dgm:t>
    </dgm:pt>
    <dgm:pt modelId="{7C8DCC2E-DC0E-44B1-BD62-A6AA090C487E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 anchor="ctr"/>
        <a:lstStyle/>
        <a:p>
          <a:pPr algn="l"/>
          <a:r>
            <a:rPr lang="fr-FR" sz="1200" dirty="0"/>
            <a:t>Calcul d’un </a:t>
          </a:r>
          <a:r>
            <a:rPr lang="fr-FR" sz="1200" b="1" dirty="0"/>
            <a:t>ratio moyen </a:t>
          </a:r>
          <a:r>
            <a:rPr lang="fr-FR" sz="1200" dirty="0"/>
            <a:t>de 1,93 a partir des données valides </a:t>
          </a:r>
        </a:p>
      </dgm:t>
    </dgm:pt>
    <dgm:pt modelId="{3747C285-405D-4D21-A664-F09772725911}" type="sibTrans" cxnId="{AFAEECAC-DBDC-4BBC-8B11-D2AC222F09D4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81E9B9AC-78A9-44E0-BC96-F18C90250E7A}" type="parTrans" cxnId="{AFAEECAC-DBDC-4BBC-8B11-D2AC222F09D4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35C06F83-2A64-492D-8C9A-930A79FE50A2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 anchor="ctr"/>
        <a:lstStyle/>
        <a:p>
          <a:pPr algn="l"/>
          <a:r>
            <a:rPr lang="fr-FR" sz="1200" dirty="0"/>
            <a:t>Remplacement des prix  négatifs par </a:t>
          </a:r>
          <a:r>
            <a:rPr lang="fr-FR" sz="1200" b="1" dirty="0"/>
            <a:t>prix d’achat × ratio moyen</a:t>
          </a:r>
          <a:r>
            <a:rPr lang="fr-FR" sz="1200" dirty="0"/>
            <a:t>(1,93 )</a:t>
          </a:r>
        </a:p>
      </dgm:t>
    </dgm:pt>
    <dgm:pt modelId="{0F5C440A-9706-4236-8F2D-5D06FB92D45E}" type="sibTrans" cxnId="{86C85D78-3BCB-471A-A7CF-1B7DDDBF1FE1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0834090E-DBCB-4E8F-AF3E-97A7788D784D}" type="parTrans" cxnId="{86C85D78-3BCB-471A-A7CF-1B7DDDBF1FE1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FD7A6C36-3DEA-4352-9E82-F1719F9A1B84}" type="pres">
      <dgm:prSet presAssocID="{94D20F1E-F605-484D-8277-98A0DEB66C01}" presName="Name0" presStyleCnt="0">
        <dgm:presLayoutVars>
          <dgm:dir/>
          <dgm:animLvl val="lvl"/>
          <dgm:resizeHandles val="exact"/>
        </dgm:presLayoutVars>
      </dgm:prSet>
      <dgm:spPr/>
    </dgm:pt>
    <dgm:pt modelId="{0664F9C1-D820-4533-81A1-BA1DFA2FE2DD}" type="pres">
      <dgm:prSet presAssocID="{65E10FB4-FA6E-41DC-97E4-2519B58ABC38}" presName="linNode" presStyleCnt="0"/>
      <dgm:spPr/>
    </dgm:pt>
    <dgm:pt modelId="{92D9B811-3FF9-4F1A-9F95-915C967433B9}" type="pres">
      <dgm:prSet presAssocID="{65E10FB4-FA6E-41DC-97E4-2519B58ABC38}" presName="parentText" presStyleLbl="node1" presStyleIdx="0" presStyleCnt="1" custScaleY="106770" custLinFactNeighborX="-15" custLinFactNeighborY="1830">
        <dgm:presLayoutVars>
          <dgm:chMax val="1"/>
          <dgm:bulletEnabled val="1"/>
        </dgm:presLayoutVars>
      </dgm:prSet>
      <dgm:spPr/>
    </dgm:pt>
    <dgm:pt modelId="{7AA94065-97BC-423C-9434-55EAEAC6E18F}" type="pres">
      <dgm:prSet presAssocID="{65E10FB4-FA6E-41DC-97E4-2519B58ABC38}" presName="descendantText" presStyleLbl="alignAccFollowNode1" presStyleIdx="0" presStyleCnt="1" custScaleX="104362" custScaleY="154467">
        <dgm:presLayoutVars>
          <dgm:bulletEnabled val="1"/>
        </dgm:presLayoutVars>
      </dgm:prSet>
      <dgm:spPr/>
    </dgm:pt>
  </dgm:ptLst>
  <dgm:cxnLst>
    <dgm:cxn modelId="{F0C23921-5856-46CF-A6EE-00A9051379F0}" type="presOf" srcId="{94D20F1E-F605-484D-8277-98A0DEB66C01}" destId="{FD7A6C36-3DEA-4352-9E82-F1719F9A1B84}" srcOrd="0" destOrd="0" presId="urn:microsoft.com/office/officeart/2005/8/layout/vList5"/>
    <dgm:cxn modelId="{C343A529-F813-4793-B484-0C903BDF8CA7}" type="presOf" srcId="{1F8CBED5-2795-4292-8D5E-5D5CC00A75EB}" destId="{7AA94065-97BC-423C-9434-55EAEAC6E18F}" srcOrd="0" destOrd="1" presId="urn:microsoft.com/office/officeart/2005/8/layout/vList5"/>
    <dgm:cxn modelId="{1C50925C-946F-4E24-8642-735F43E5954C}" type="presOf" srcId="{74093BFC-7842-469A-A0C5-C973B0758C7D}" destId="{7AA94065-97BC-423C-9434-55EAEAC6E18F}" srcOrd="0" destOrd="0" presId="urn:microsoft.com/office/officeart/2005/8/layout/vList5"/>
    <dgm:cxn modelId="{F1280E5D-90BA-47D1-98F2-18C5D7F22F0B}" type="presOf" srcId="{65E10FB4-FA6E-41DC-97E4-2519B58ABC38}" destId="{92D9B811-3FF9-4F1A-9F95-915C967433B9}" srcOrd="0" destOrd="0" presId="urn:microsoft.com/office/officeart/2005/8/layout/vList5"/>
    <dgm:cxn modelId="{3C71FE42-9F25-4106-A3C0-D7BB26B70B23}" srcId="{94D20F1E-F605-484D-8277-98A0DEB66C01}" destId="{65E10FB4-FA6E-41DC-97E4-2519B58ABC38}" srcOrd="0" destOrd="0" parTransId="{15A2CA2E-8A26-4583-BEFF-2ED4D17A57C8}" sibTransId="{9BB9C042-B2AB-4332-84BD-45A8016C4CAE}"/>
    <dgm:cxn modelId="{9A91ED6C-0CAC-4C6F-9E80-298AD3FFB39C}" srcId="{65E10FB4-FA6E-41DC-97E4-2519B58ABC38}" destId="{1F8CBED5-2795-4292-8D5E-5D5CC00A75EB}" srcOrd="1" destOrd="0" parTransId="{533BCC39-040E-418F-A96C-BDE542DC5740}" sibTransId="{A1E298D0-DACC-4067-AA38-A14E81355ACB}"/>
    <dgm:cxn modelId="{86C85D78-3BCB-471A-A7CF-1B7DDDBF1FE1}" srcId="{65E10FB4-FA6E-41DC-97E4-2519B58ABC38}" destId="{35C06F83-2A64-492D-8C9A-930A79FE50A2}" srcOrd="3" destOrd="0" parTransId="{0834090E-DBCB-4E8F-AF3E-97A7788D784D}" sibTransId="{0F5C440A-9706-4236-8F2D-5D06FB92D45E}"/>
    <dgm:cxn modelId="{443D1191-D775-41C0-A6A7-59C7EBABF219}" srcId="{65E10FB4-FA6E-41DC-97E4-2519B58ABC38}" destId="{74093BFC-7842-469A-A0C5-C973B0758C7D}" srcOrd="0" destOrd="0" parTransId="{67AA5A06-81A9-4B77-8299-455C85D66A4C}" sibTransId="{CC104A29-8501-4888-AACD-3296C3106C9A}"/>
    <dgm:cxn modelId="{AFAEECAC-DBDC-4BBC-8B11-D2AC222F09D4}" srcId="{65E10FB4-FA6E-41DC-97E4-2519B58ABC38}" destId="{7C8DCC2E-DC0E-44B1-BD62-A6AA090C487E}" srcOrd="2" destOrd="0" parTransId="{81E9B9AC-78A9-44E0-BC96-F18C90250E7A}" sibTransId="{3747C285-405D-4D21-A664-F09772725911}"/>
    <dgm:cxn modelId="{1C6ED8EE-AEF3-4011-8C14-A48E317EA60C}" type="presOf" srcId="{7C8DCC2E-DC0E-44B1-BD62-A6AA090C487E}" destId="{7AA94065-97BC-423C-9434-55EAEAC6E18F}" srcOrd="0" destOrd="2" presId="urn:microsoft.com/office/officeart/2005/8/layout/vList5"/>
    <dgm:cxn modelId="{6A01C8EF-6ACF-46CC-B22E-CA20D2D2898E}" type="presOf" srcId="{35C06F83-2A64-492D-8C9A-930A79FE50A2}" destId="{7AA94065-97BC-423C-9434-55EAEAC6E18F}" srcOrd="0" destOrd="3" presId="urn:microsoft.com/office/officeart/2005/8/layout/vList5"/>
    <dgm:cxn modelId="{E43AF333-61C4-440F-9B77-37538F807213}" type="presParOf" srcId="{FD7A6C36-3DEA-4352-9E82-F1719F9A1B84}" destId="{0664F9C1-D820-4533-81A1-BA1DFA2FE2DD}" srcOrd="0" destOrd="0" presId="urn:microsoft.com/office/officeart/2005/8/layout/vList5"/>
    <dgm:cxn modelId="{4A4879BE-6FA2-4EC0-8626-21E2C0EA5605}" type="presParOf" srcId="{0664F9C1-D820-4533-81A1-BA1DFA2FE2DD}" destId="{92D9B811-3FF9-4F1A-9F95-915C967433B9}" srcOrd="0" destOrd="0" presId="urn:microsoft.com/office/officeart/2005/8/layout/vList5"/>
    <dgm:cxn modelId="{FCE90287-02AE-4019-AEF3-D24C32C91E7F}" type="presParOf" srcId="{0664F9C1-D820-4533-81A1-BA1DFA2FE2DD}" destId="{7AA94065-97BC-423C-9434-55EAEAC6E18F}" srcOrd="1" destOrd="0" presId="urn:microsoft.com/office/officeart/2005/8/layout/vList5"/>
  </dgm:cxnLst>
  <dgm:bg>
    <a:solidFill>
      <a:schemeClr val="bg1"/>
    </a:solidFill>
  </dgm:bg>
  <dgm:whole>
    <a:ln>
      <a:solidFill>
        <a:schemeClr val="accent5"/>
      </a:solidFill>
    </a:ln>
  </dgm:whole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D20F1E-F605-484D-8277-98A0DEB66C01}" type="doc">
      <dgm:prSet loTypeId="urn:microsoft.com/office/officeart/2005/8/layout/vList5" loCatId="list" qsTypeId="urn:microsoft.com/office/officeart/2005/8/quickstyle/3d4" qsCatId="3D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3E7A6BA8-0778-4DE8-B30B-6AF44C7D3BC6}">
      <dgm:prSet phldrT="[Texte]" custT="1"/>
      <dgm:spPr/>
      <dgm:t>
        <a:bodyPr/>
        <a:lstStyle/>
        <a:p>
          <a:pPr algn="ctr"/>
          <a:r>
            <a:rPr lang="fr-FR" sz="1400" b="0" i="0" dirty="0">
              <a:solidFill>
                <a:schemeClr val="accent5">
                  <a:lumMod val="75000"/>
                </a:schemeClr>
              </a:solidFill>
            </a:rPr>
            <a:t>ONSALE_WEB</a:t>
          </a:r>
          <a:endParaRPr lang="fr-FR" sz="1400" dirty="0">
            <a:solidFill>
              <a:schemeClr val="accent5">
                <a:lumMod val="75000"/>
              </a:schemeClr>
            </a:solidFill>
          </a:endParaRPr>
        </a:p>
      </dgm:t>
    </dgm:pt>
    <dgm:pt modelId="{CF3B6B22-B5C0-4D39-BC90-9DF787BECF4B}" type="parTrans" cxnId="{87E6564E-B039-4172-9E4B-5F2AC55B67D4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FC852093-8C5A-4308-8D66-78DC01F3A9C9}" type="sibTrans" cxnId="{87E6564E-B039-4172-9E4B-5F2AC55B67D4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8FDCB253-4B10-4414-9ACA-B4DB773E9EEB}">
      <dgm:prSet phldrT="[Texte]" phldr="0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endParaRPr lang="fr-FR" sz="1200" dirty="0"/>
        </a:p>
      </dgm:t>
    </dgm:pt>
    <dgm:pt modelId="{F7B4A924-6A8D-49C3-84C9-EE2F2CAC869C}" type="parTrans" cxnId="{E225264E-FE96-4AA1-B2B0-3CD95115BFC8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7C0C8F70-96EE-4D4E-962B-792050077421}" type="sibTrans" cxnId="{E225264E-FE96-4AA1-B2B0-3CD95115BFC8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4963C091-30CA-4A21-B9F2-FED592E5EA14}">
      <dgm:prSet phldrT="[Texte]" phldr="0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endParaRPr lang="fr-FR" sz="1200" dirty="0"/>
        </a:p>
      </dgm:t>
    </dgm:pt>
    <dgm:pt modelId="{B87B6D04-A6F6-4FC8-B2F4-77916D7AD6A0}" type="parTrans" cxnId="{2F0BB8AB-F4D0-4CE8-8AE0-03A0998371CC}">
      <dgm:prSet/>
      <dgm:spPr/>
      <dgm:t>
        <a:bodyPr/>
        <a:lstStyle/>
        <a:p>
          <a:endParaRPr lang="fr-FR"/>
        </a:p>
      </dgm:t>
    </dgm:pt>
    <dgm:pt modelId="{CC5F1818-78A0-462A-AFF3-E0CEF2A12100}" type="sibTrans" cxnId="{2F0BB8AB-F4D0-4CE8-8AE0-03A0998371CC}">
      <dgm:prSet/>
      <dgm:spPr/>
      <dgm:t>
        <a:bodyPr/>
        <a:lstStyle/>
        <a:p>
          <a:endParaRPr lang="fr-FR"/>
        </a:p>
      </dgm:t>
    </dgm:pt>
    <dgm:pt modelId="{397D4DA4-6D00-4422-B75E-B8FB6FD73C23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r>
            <a:rPr lang="fr-FR" sz="1200" dirty="0"/>
            <a:t>La colonne contient une variable binaire : </a:t>
          </a:r>
          <a:r>
            <a:rPr lang="fr-FR" sz="1200" b="1" dirty="0"/>
            <a:t>0 </a:t>
          </a:r>
          <a:r>
            <a:rPr lang="fr-FR" sz="1200" dirty="0"/>
            <a:t>( non vendu), </a:t>
          </a:r>
          <a:r>
            <a:rPr lang="fr-FR" sz="1200" b="1" dirty="0"/>
            <a:t>1</a:t>
          </a:r>
          <a:r>
            <a:rPr lang="fr-FR" sz="1200" dirty="0"/>
            <a:t> (vendu)</a:t>
          </a:r>
        </a:p>
      </dgm:t>
    </dgm:pt>
    <dgm:pt modelId="{03395806-A218-4788-83BB-A30B2331EB62}" type="parTrans" cxnId="{44AE5192-73A2-4060-AEFF-B0742FAB2A75}">
      <dgm:prSet/>
      <dgm:spPr/>
      <dgm:t>
        <a:bodyPr/>
        <a:lstStyle/>
        <a:p>
          <a:endParaRPr lang="fr-FR"/>
        </a:p>
      </dgm:t>
    </dgm:pt>
    <dgm:pt modelId="{6488A389-89B9-41CE-9D3E-26552E827CFB}" type="sibTrans" cxnId="{44AE5192-73A2-4060-AEFF-B0742FAB2A75}">
      <dgm:prSet/>
      <dgm:spPr/>
      <dgm:t>
        <a:bodyPr/>
        <a:lstStyle/>
        <a:p>
          <a:endParaRPr lang="fr-FR"/>
        </a:p>
      </dgm:t>
    </dgm:pt>
    <dgm:pt modelId="{1A732D1F-FBBA-4689-A9ED-92AA475D6F81}">
      <dgm:prSet phldrT="[Texte]" phldr="0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r>
            <a:rPr lang="fr-FR" sz="1200" dirty="0"/>
            <a:t>Aucune valeur </a:t>
          </a:r>
          <a:r>
            <a:rPr lang="fr-FR" sz="1200" b="1" dirty="0"/>
            <a:t>négative</a:t>
          </a:r>
          <a:r>
            <a:rPr lang="fr-FR" sz="1200" dirty="0"/>
            <a:t> ni valeur manquante détectée.</a:t>
          </a:r>
        </a:p>
      </dgm:t>
    </dgm:pt>
    <dgm:pt modelId="{DC7417B3-64DA-4EEF-BF34-DD880AB75AA6}" type="parTrans" cxnId="{937768DA-57B6-4FF8-824A-F46EEABE0DB3}">
      <dgm:prSet/>
      <dgm:spPr/>
      <dgm:t>
        <a:bodyPr/>
        <a:lstStyle/>
        <a:p>
          <a:endParaRPr lang="fr-FR"/>
        </a:p>
      </dgm:t>
    </dgm:pt>
    <dgm:pt modelId="{ED66B97F-5770-441D-9127-1B08CAF6C57A}" type="sibTrans" cxnId="{937768DA-57B6-4FF8-824A-F46EEABE0DB3}">
      <dgm:prSet/>
      <dgm:spPr/>
      <dgm:t>
        <a:bodyPr/>
        <a:lstStyle/>
        <a:p>
          <a:endParaRPr lang="fr-FR"/>
        </a:p>
      </dgm:t>
    </dgm:pt>
    <dgm:pt modelId="{FD7A6C36-3DEA-4352-9E82-F1719F9A1B84}" type="pres">
      <dgm:prSet presAssocID="{94D20F1E-F605-484D-8277-98A0DEB66C01}" presName="Name0" presStyleCnt="0">
        <dgm:presLayoutVars>
          <dgm:dir/>
          <dgm:animLvl val="lvl"/>
          <dgm:resizeHandles val="exact"/>
        </dgm:presLayoutVars>
      </dgm:prSet>
      <dgm:spPr/>
    </dgm:pt>
    <dgm:pt modelId="{E39BC9F3-37A8-4124-A1A1-480047432C53}" type="pres">
      <dgm:prSet presAssocID="{3E7A6BA8-0778-4DE8-B30B-6AF44C7D3BC6}" presName="linNode" presStyleCnt="0"/>
      <dgm:spPr/>
    </dgm:pt>
    <dgm:pt modelId="{A2785B4B-16F3-44BA-94BC-A254CEF4974C}" type="pres">
      <dgm:prSet presAssocID="{3E7A6BA8-0778-4DE8-B30B-6AF44C7D3BC6}" presName="parentText" presStyleLbl="node1" presStyleIdx="0" presStyleCnt="1" custScaleY="114931" custLinFactNeighborY="1496">
        <dgm:presLayoutVars>
          <dgm:chMax val="1"/>
          <dgm:bulletEnabled val="1"/>
        </dgm:presLayoutVars>
      </dgm:prSet>
      <dgm:spPr/>
    </dgm:pt>
    <dgm:pt modelId="{00CF5225-C80C-4DB8-8518-C45273A31630}" type="pres">
      <dgm:prSet presAssocID="{3E7A6BA8-0778-4DE8-B30B-6AF44C7D3BC6}" presName="descendantText" presStyleLbl="alignAccFollowNode1" presStyleIdx="0" presStyleCnt="1" custScaleX="104830" custScaleY="175696">
        <dgm:presLayoutVars>
          <dgm:bulletEnabled val="1"/>
        </dgm:presLayoutVars>
      </dgm:prSet>
      <dgm:spPr/>
    </dgm:pt>
  </dgm:ptLst>
  <dgm:cxnLst>
    <dgm:cxn modelId="{F0C23921-5856-46CF-A6EE-00A9051379F0}" type="presOf" srcId="{94D20F1E-F605-484D-8277-98A0DEB66C01}" destId="{FD7A6C36-3DEA-4352-9E82-F1719F9A1B84}" srcOrd="0" destOrd="0" presId="urn:microsoft.com/office/officeart/2005/8/layout/vList5"/>
    <dgm:cxn modelId="{CC0BF439-3C7A-4113-A094-5B184B57BF47}" type="presOf" srcId="{397D4DA4-6D00-4422-B75E-B8FB6FD73C23}" destId="{00CF5225-C80C-4DB8-8518-C45273A31630}" srcOrd="0" destOrd="2" presId="urn:microsoft.com/office/officeart/2005/8/layout/vList5"/>
    <dgm:cxn modelId="{0A336D64-00D7-47A1-9BD5-C1B14DE3C905}" type="presOf" srcId="{4963C091-30CA-4A21-B9F2-FED592E5EA14}" destId="{00CF5225-C80C-4DB8-8518-C45273A31630}" srcOrd="0" destOrd="3" presId="urn:microsoft.com/office/officeart/2005/8/layout/vList5"/>
    <dgm:cxn modelId="{E225264E-FE96-4AA1-B2B0-3CD95115BFC8}" srcId="{3E7A6BA8-0778-4DE8-B30B-6AF44C7D3BC6}" destId="{8FDCB253-4B10-4414-9ACA-B4DB773E9EEB}" srcOrd="0" destOrd="0" parTransId="{F7B4A924-6A8D-49C3-84C9-EE2F2CAC869C}" sibTransId="{7C0C8F70-96EE-4D4E-962B-792050077421}"/>
    <dgm:cxn modelId="{87E6564E-B039-4172-9E4B-5F2AC55B67D4}" srcId="{94D20F1E-F605-484D-8277-98A0DEB66C01}" destId="{3E7A6BA8-0778-4DE8-B30B-6AF44C7D3BC6}" srcOrd="0" destOrd="0" parTransId="{CF3B6B22-B5C0-4D39-BC90-9DF787BECF4B}" sibTransId="{FC852093-8C5A-4308-8D66-78DC01F3A9C9}"/>
    <dgm:cxn modelId="{DA77A672-F82A-41A6-BF20-F3986CB4C9B1}" type="presOf" srcId="{8FDCB253-4B10-4414-9ACA-B4DB773E9EEB}" destId="{00CF5225-C80C-4DB8-8518-C45273A31630}" srcOrd="0" destOrd="0" presId="urn:microsoft.com/office/officeart/2005/8/layout/vList5"/>
    <dgm:cxn modelId="{E9D63276-05F0-41F1-B8BD-43DFBC6D3803}" type="presOf" srcId="{1A732D1F-FBBA-4689-A9ED-92AA475D6F81}" destId="{00CF5225-C80C-4DB8-8518-C45273A31630}" srcOrd="0" destOrd="1" presId="urn:microsoft.com/office/officeart/2005/8/layout/vList5"/>
    <dgm:cxn modelId="{44AE5192-73A2-4060-AEFF-B0742FAB2A75}" srcId="{3E7A6BA8-0778-4DE8-B30B-6AF44C7D3BC6}" destId="{397D4DA4-6D00-4422-B75E-B8FB6FD73C23}" srcOrd="2" destOrd="0" parTransId="{03395806-A218-4788-83BB-A30B2331EB62}" sibTransId="{6488A389-89B9-41CE-9D3E-26552E827CFB}"/>
    <dgm:cxn modelId="{2F0BB8AB-F4D0-4CE8-8AE0-03A0998371CC}" srcId="{3E7A6BA8-0778-4DE8-B30B-6AF44C7D3BC6}" destId="{4963C091-30CA-4A21-B9F2-FED592E5EA14}" srcOrd="3" destOrd="0" parTransId="{B87B6D04-A6F6-4FC8-B2F4-77916D7AD6A0}" sibTransId="{CC5F1818-78A0-462A-AFF3-E0CEF2A12100}"/>
    <dgm:cxn modelId="{9A7B1EC8-42B4-410D-A05A-8851B1E72D36}" type="presOf" srcId="{3E7A6BA8-0778-4DE8-B30B-6AF44C7D3BC6}" destId="{A2785B4B-16F3-44BA-94BC-A254CEF4974C}" srcOrd="0" destOrd="0" presId="urn:microsoft.com/office/officeart/2005/8/layout/vList5"/>
    <dgm:cxn modelId="{937768DA-57B6-4FF8-824A-F46EEABE0DB3}" srcId="{3E7A6BA8-0778-4DE8-B30B-6AF44C7D3BC6}" destId="{1A732D1F-FBBA-4689-A9ED-92AA475D6F81}" srcOrd="1" destOrd="0" parTransId="{DC7417B3-64DA-4EEF-BF34-DD880AB75AA6}" sibTransId="{ED66B97F-5770-441D-9127-1B08CAF6C57A}"/>
    <dgm:cxn modelId="{055C0C36-5DD6-4D8D-9063-E68B76056EB7}" type="presParOf" srcId="{FD7A6C36-3DEA-4352-9E82-F1719F9A1B84}" destId="{E39BC9F3-37A8-4124-A1A1-480047432C53}" srcOrd="0" destOrd="0" presId="urn:microsoft.com/office/officeart/2005/8/layout/vList5"/>
    <dgm:cxn modelId="{9A0D6B0D-C55F-4C69-919C-46A0721189A9}" type="presParOf" srcId="{E39BC9F3-37A8-4124-A1A1-480047432C53}" destId="{A2785B4B-16F3-44BA-94BC-A254CEF4974C}" srcOrd="0" destOrd="0" presId="urn:microsoft.com/office/officeart/2005/8/layout/vList5"/>
    <dgm:cxn modelId="{AB35760C-BEDE-48D7-9ABF-E4A136B0679E}" type="presParOf" srcId="{E39BC9F3-37A8-4124-A1A1-480047432C53}" destId="{00CF5225-C80C-4DB8-8518-C45273A31630}" srcOrd="1" destOrd="0" presId="urn:microsoft.com/office/officeart/2005/8/layout/vList5"/>
  </dgm:cxnLst>
  <dgm:bg>
    <a:solidFill>
      <a:schemeClr val="bg1"/>
    </a:solidFill>
  </dgm:bg>
  <dgm:whole>
    <a:ln>
      <a:solidFill>
        <a:schemeClr val="accent5"/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4D20F1E-F605-484D-8277-98A0DEB66C01}" type="doc">
      <dgm:prSet loTypeId="urn:microsoft.com/office/officeart/2005/8/layout/vList5" loCatId="list" qsTypeId="urn:microsoft.com/office/officeart/2005/8/quickstyle/3d4" qsCatId="3D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65E10FB4-FA6E-41DC-97E4-2519B58ABC38}">
      <dgm:prSet phldrT="[Texte]" custT="1"/>
      <dgm:spPr/>
      <dgm:t>
        <a:bodyPr anchor="ctr"/>
        <a:lstStyle/>
        <a:p>
          <a:pPr algn="ctr"/>
          <a:r>
            <a:rPr lang="fr-FR" sz="1400" dirty="0">
              <a:solidFill>
                <a:schemeClr val="accent5">
                  <a:lumMod val="75000"/>
                </a:schemeClr>
              </a:solidFill>
            </a:rPr>
            <a:t>purchase_price</a:t>
          </a:r>
          <a:endParaRPr lang="fr-FR" sz="1400" dirty="0"/>
        </a:p>
      </dgm:t>
    </dgm:pt>
    <dgm:pt modelId="{15A2CA2E-8A26-4583-BEFF-2ED4D17A57C8}" type="parTrans" cxnId="{3C71FE42-9F25-4106-A3C0-D7BB26B70B23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9BB9C042-B2AB-4332-84BD-45A8016C4CAE}" type="sibTrans" cxnId="{3C71FE42-9F25-4106-A3C0-D7BB26B70B23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74093BFC-7842-469A-A0C5-C973B0758C7D}">
      <dgm:prSet phldrT="[Texte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 anchor="ctr"/>
        <a:lstStyle/>
        <a:p>
          <a:pPr algn="l"/>
          <a:endParaRPr lang="fr-FR" sz="1200" b="0" dirty="0"/>
        </a:p>
      </dgm:t>
    </dgm:pt>
    <dgm:pt modelId="{CC104A29-8501-4888-AACD-3296C3106C9A}" type="sibTrans" cxnId="{443D1191-D775-41C0-A6A7-59C7EBABF219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67AA5A06-81A9-4B77-8299-455C85D66A4C}" type="parTrans" cxnId="{443D1191-D775-41C0-A6A7-59C7EBABF219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CFA05D18-7F99-4FBD-81DA-46EE877FCE3C}">
      <dgm:prSet phldrT="[Texte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 anchor="ctr"/>
        <a:lstStyle/>
        <a:p>
          <a:pPr algn="l"/>
          <a:endParaRPr lang="fr-FR" sz="1200" b="0" dirty="0"/>
        </a:p>
      </dgm:t>
    </dgm:pt>
    <dgm:pt modelId="{9EABC75B-ACFD-4072-966B-D8A7E39B2E33}" type="parTrans" cxnId="{92407F5C-7B44-44A1-A696-EC9973DF8E47}">
      <dgm:prSet/>
      <dgm:spPr/>
      <dgm:t>
        <a:bodyPr/>
        <a:lstStyle/>
        <a:p>
          <a:endParaRPr lang="fr-FR"/>
        </a:p>
      </dgm:t>
    </dgm:pt>
    <dgm:pt modelId="{B2679C0A-6A04-4E3B-B84E-94BBDFF120A9}" type="sibTrans" cxnId="{92407F5C-7B44-44A1-A696-EC9973DF8E47}">
      <dgm:prSet/>
      <dgm:spPr/>
      <dgm:t>
        <a:bodyPr/>
        <a:lstStyle/>
        <a:p>
          <a:endParaRPr lang="fr-FR"/>
        </a:p>
      </dgm:t>
    </dgm:pt>
    <dgm:pt modelId="{E203CD4E-CFF4-4190-B613-12A9FF3C94C4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pPr algn="l"/>
          <a:r>
            <a:rPr lang="fr-FR" sz="1200" b="0" dirty="0"/>
            <a:t>Aucune valeur </a:t>
          </a:r>
          <a:r>
            <a:rPr lang="fr-FR" sz="1200" b="1" dirty="0"/>
            <a:t>négative</a:t>
          </a:r>
          <a:r>
            <a:rPr lang="fr-FR" sz="1200" b="0" dirty="0"/>
            <a:t> ou égale </a:t>
          </a:r>
          <a:r>
            <a:rPr lang="fr-FR" sz="1200" b="1" dirty="0"/>
            <a:t>à 0 </a:t>
          </a:r>
          <a:r>
            <a:rPr lang="fr-FR" sz="1200" b="0" dirty="0"/>
            <a:t>(Min = 2,74 et max = 137,81)</a:t>
          </a:r>
        </a:p>
      </dgm:t>
    </dgm:pt>
    <dgm:pt modelId="{B0F6267D-689E-4952-9D13-569E330F9439}" type="parTrans" cxnId="{03648203-039C-4E2D-A6CB-13377961759E}">
      <dgm:prSet/>
      <dgm:spPr/>
      <dgm:t>
        <a:bodyPr/>
        <a:lstStyle/>
        <a:p>
          <a:endParaRPr lang="fr-FR"/>
        </a:p>
      </dgm:t>
    </dgm:pt>
    <dgm:pt modelId="{7E3DC551-E90E-4B06-874A-7A9F864EE54A}" type="sibTrans" cxnId="{03648203-039C-4E2D-A6CB-13377961759E}">
      <dgm:prSet/>
      <dgm:spPr/>
      <dgm:t>
        <a:bodyPr/>
        <a:lstStyle/>
        <a:p>
          <a:endParaRPr lang="fr-FR"/>
        </a:p>
      </dgm:t>
    </dgm:pt>
    <dgm:pt modelId="{DD9B48E7-C791-4743-95C0-B79B111C2503}">
      <dgm:prSet phldrT="[Texte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 anchor="ctr"/>
        <a:lstStyle/>
        <a:p>
          <a:pPr algn="l"/>
          <a:r>
            <a:rPr lang="fr-FR" sz="1200" b="0" dirty="0"/>
            <a:t>Aucune valeur </a:t>
          </a:r>
          <a:r>
            <a:rPr lang="fr-FR" sz="1200" b="1" dirty="0"/>
            <a:t>manquante</a:t>
          </a:r>
        </a:p>
      </dgm:t>
    </dgm:pt>
    <dgm:pt modelId="{3EF33D8B-B6FC-4170-87FD-E631BB7B1943}" type="parTrans" cxnId="{4AEF9F26-7166-47A2-B3ED-B55D274412A6}">
      <dgm:prSet/>
      <dgm:spPr/>
      <dgm:t>
        <a:bodyPr/>
        <a:lstStyle/>
        <a:p>
          <a:endParaRPr lang="fr-FR"/>
        </a:p>
      </dgm:t>
    </dgm:pt>
    <dgm:pt modelId="{BDC1F74F-E2B0-4EF7-8839-865C7F634B68}" type="sibTrans" cxnId="{4AEF9F26-7166-47A2-B3ED-B55D274412A6}">
      <dgm:prSet/>
      <dgm:spPr/>
      <dgm:t>
        <a:bodyPr/>
        <a:lstStyle/>
        <a:p>
          <a:endParaRPr lang="fr-FR"/>
        </a:p>
      </dgm:t>
    </dgm:pt>
    <dgm:pt modelId="{FD7A6C36-3DEA-4352-9E82-F1719F9A1B84}" type="pres">
      <dgm:prSet presAssocID="{94D20F1E-F605-484D-8277-98A0DEB66C01}" presName="Name0" presStyleCnt="0">
        <dgm:presLayoutVars>
          <dgm:dir/>
          <dgm:animLvl val="lvl"/>
          <dgm:resizeHandles val="exact"/>
        </dgm:presLayoutVars>
      </dgm:prSet>
      <dgm:spPr/>
    </dgm:pt>
    <dgm:pt modelId="{0664F9C1-D820-4533-81A1-BA1DFA2FE2DD}" type="pres">
      <dgm:prSet presAssocID="{65E10FB4-FA6E-41DC-97E4-2519B58ABC38}" presName="linNode" presStyleCnt="0"/>
      <dgm:spPr/>
    </dgm:pt>
    <dgm:pt modelId="{92D9B811-3FF9-4F1A-9F95-915C967433B9}" type="pres">
      <dgm:prSet presAssocID="{65E10FB4-FA6E-41DC-97E4-2519B58ABC38}" presName="parentText" presStyleLbl="node1" presStyleIdx="0" presStyleCnt="1" custScaleY="106770" custLinFactNeighborX="-15" custLinFactNeighborY="1830">
        <dgm:presLayoutVars>
          <dgm:chMax val="1"/>
          <dgm:bulletEnabled val="1"/>
        </dgm:presLayoutVars>
      </dgm:prSet>
      <dgm:spPr/>
    </dgm:pt>
    <dgm:pt modelId="{7AA94065-97BC-423C-9434-55EAEAC6E18F}" type="pres">
      <dgm:prSet presAssocID="{65E10FB4-FA6E-41DC-97E4-2519B58ABC38}" presName="descendantText" presStyleLbl="alignAccFollowNode1" presStyleIdx="0" presStyleCnt="1" custScaleX="104362" custScaleY="154467">
        <dgm:presLayoutVars>
          <dgm:bulletEnabled val="1"/>
        </dgm:presLayoutVars>
      </dgm:prSet>
      <dgm:spPr/>
    </dgm:pt>
  </dgm:ptLst>
  <dgm:cxnLst>
    <dgm:cxn modelId="{03648203-039C-4E2D-A6CB-13377961759E}" srcId="{65E10FB4-FA6E-41DC-97E4-2519B58ABC38}" destId="{E203CD4E-CFF4-4190-B613-12A9FF3C94C4}" srcOrd="2" destOrd="0" parTransId="{B0F6267D-689E-4952-9D13-569E330F9439}" sibTransId="{7E3DC551-E90E-4B06-874A-7A9F864EE54A}"/>
    <dgm:cxn modelId="{7EF53111-15E1-4063-B5C1-CE504F8D7A1E}" type="presOf" srcId="{DD9B48E7-C791-4743-95C0-B79B111C2503}" destId="{7AA94065-97BC-423C-9434-55EAEAC6E18F}" srcOrd="0" destOrd="1" presId="urn:microsoft.com/office/officeart/2005/8/layout/vList5"/>
    <dgm:cxn modelId="{F0C23921-5856-46CF-A6EE-00A9051379F0}" type="presOf" srcId="{94D20F1E-F605-484D-8277-98A0DEB66C01}" destId="{FD7A6C36-3DEA-4352-9E82-F1719F9A1B84}" srcOrd="0" destOrd="0" presId="urn:microsoft.com/office/officeart/2005/8/layout/vList5"/>
    <dgm:cxn modelId="{4AEF9F26-7166-47A2-B3ED-B55D274412A6}" srcId="{65E10FB4-FA6E-41DC-97E4-2519B58ABC38}" destId="{DD9B48E7-C791-4743-95C0-B79B111C2503}" srcOrd="1" destOrd="0" parTransId="{3EF33D8B-B6FC-4170-87FD-E631BB7B1943}" sibTransId="{BDC1F74F-E2B0-4EF7-8839-865C7F634B68}"/>
    <dgm:cxn modelId="{92407F5C-7B44-44A1-A696-EC9973DF8E47}" srcId="{65E10FB4-FA6E-41DC-97E4-2519B58ABC38}" destId="{CFA05D18-7F99-4FBD-81DA-46EE877FCE3C}" srcOrd="3" destOrd="0" parTransId="{9EABC75B-ACFD-4072-966B-D8A7E39B2E33}" sibTransId="{B2679C0A-6A04-4E3B-B84E-94BBDFF120A9}"/>
    <dgm:cxn modelId="{1C50925C-946F-4E24-8642-735F43E5954C}" type="presOf" srcId="{74093BFC-7842-469A-A0C5-C973B0758C7D}" destId="{7AA94065-97BC-423C-9434-55EAEAC6E18F}" srcOrd="0" destOrd="0" presId="urn:microsoft.com/office/officeart/2005/8/layout/vList5"/>
    <dgm:cxn modelId="{F1280E5D-90BA-47D1-98F2-18C5D7F22F0B}" type="presOf" srcId="{65E10FB4-FA6E-41DC-97E4-2519B58ABC38}" destId="{92D9B811-3FF9-4F1A-9F95-915C967433B9}" srcOrd="0" destOrd="0" presId="urn:microsoft.com/office/officeart/2005/8/layout/vList5"/>
    <dgm:cxn modelId="{3C71FE42-9F25-4106-A3C0-D7BB26B70B23}" srcId="{94D20F1E-F605-484D-8277-98A0DEB66C01}" destId="{65E10FB4-FA6E-41DC-97E4-2519B58ABC38}" srcOrd="0" destOrd="0" parTransId="{15A2CA2E-8A26-4583-BEFF-2ED4D17A57C8}" sibTransId="{9BB9C042-B2AB-4332-84BD-45A8016C4CAE}"/>
    <dgm:cxn modelId="{ED55EB7F-327D-43CB-B860-B896ACD19A6E}" type="presOf" srcId="{CFA05D18-7F99-4FBD-81DA-46EE877FCE3C}" destId="{7AA94065-97BC-423C-9434-55EAEAC6E18F}" srcOrd="0" destOrd="3" presId="urn:microsoft.com/office/officeart/2005/8/layout/vList5"/>
    <dgm:cxn modelId="{443D1191-D775-41C0-A6A7-59C7EBABF219}" srcId="{65E10FB4-FA6E-41DC-97E4-2519B58ABC38}" destId="{74093BFC-7842-469A-A0C5-C973B0758C7D}" srcOrd="0" destOrd="0" parTransId="{67AA5A06-81A9-4B77-8299-455C85D66A4C}" sibTransId="{CC104A29-8501-4888-AACD-3296C3106C9A}"/>
    <dgm:cxn modelId="{51B174C4-DF66-45DF-A7AD-C3750BCA4529}" type="presOf" srcId="{E203CD4E-CFF4-4190-B613-12A9FF3C94C4}" destId="{7AA94065-97BC-423C-9434-55EAEAC6E18F}" srcOrd="0" destOrd="2" presId="urn:microsoft.com/office/officeart/2005/8/layout/vList5"/>
    <dgm:cxn modelId="{E43AF333-61C4-440F-9B77-37538F807213}" type="presParOf" srcId="{FD7A6C36-3DEA-4352-9E82-F1719F9A1B84}" destId="{0664F9C1-D820-4533-81A1-BA1DFA2FE2DD}" srcOrd="0" destOrd="0" presId="urn:microsoft.com/office/officeart/2005/8/layout/vList5"/>
    <dgm:cxn modelId="{4A4879BE-6FA2-4EC0-8626-21E2C0EA5605}" type="presParOf" srcId="{0664F9C1-D820-4533-81A1-BA1DFA2FE2DD}" destId="{92D9B811-3FF9-4F1A-9F95-915C967433B9}" srcOrd="0" destOrd="0" presId="urn:microsoft.com/office/officeart/2005/8/layout/vList5"/>
    <dgm:cxn modelId="{FCE90287-02AE-4019-AEF3-D24C32C91E7F}" type="presParOf" srcId="{0664F9C1-D820-4533-81A1-BA1DFA2FE2DD}" destId="{7AA94065-97BC-423C-9434-55EAEAC6E18F}" srcOrd="1" destOrd="0" presId="urn:microsoft.com/office/officeart/2005/8/layout/vList5"/>
  </dgm:cxnLst>
  <dgm:bg>
    <a:solidFill>
      <a:schemeClr val="bg1"/>
    </a:solidFill>
  </dgm:bg>
  <dgm:whole>
    <a:ln>
      <a:solidFill>
        <a:schemeClr val="accent5"/>
      </a:solidFill>
    </a:ln>
  </dgm:whole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4D20F1E-F605-484D-8277-98A0DEB66C01}" type="doc">
      <dgm:prSet loTypeId="urn:microsoft.com/office/officeart/2005/8/layout/vList5" loCatId="list" qsTypeId="urn:microsoft.com/office/officeart/2005/8/quickstyle/3d4" qsCatId="3D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A444BF3B-120C-473D-A0CC-1B80A77FAD77}">
      <dgm:prSet custT="1"/>
      <dgm:spPr/>
      <dgm:t>
        <a:bodyPr/>
        <a:lstStyle/>
        <a:p>
          <a:pPr algn="ctr"/>
          <a:r>
            <a:rPr lang="fr-FR" sz="1400" dirty="0">
              <a:solidFill>
                <a:schemeClr val="accent5">
                  <a:lumMod val="75000"/>
                </a:schemeClr>
              </a:solidFill>
            </a:rPr>
            <a:t>stock_quantity </a:t>
          </a:r>
        </a:p>
      </dgm:t>
    </dgm:pt>
    <dgm:pt modelId="{A45A373F-F108-4D22-AC36-0718EE1DBFDB}" type="parTrans" cxnId="{F86DAB5B-A6D0-4868-8DEA-B7218733E3EE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DEA00909-ECED-481E-B157-5C0CB1165AF6}" type="sibTrans" cxnId="{F86DAB5B-A6D0-4868-8DEA-B7218733E3EE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C667C8C3-5E27-4D63-B2C0-B7587CDBA65B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r>
            <a:rPr lang="fr-FR" sz="1200" dirty="0"/>
            <a:t> Détection de </a:t>
          </a:r>
          <a:r>
            <a:rPr lang="fr-FR" sz="1200" b="1" dirty="0"/>
            <a:t>2 articles avec un stock négatif</a:t>
          </a:r>
          <a:r>
            <a:rPr lang="fr-FR" sz="1200" dirty="0"/>
            <a:t>.</a:t>
          </a:r>
        </a:p>
      </dgm:t>
    </dgm:pt>
    <dgm:pt modelId="{6973A553-3822-4E7D-883D-F961C7202756}" type="parTrans" cxnId="{52063F7B-48A1-482A-9887-4C76D526A654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ADB3B785-89FD-4D5B-B375-033506DE35BE}" type="sibTrans" cxnId="{52063F7B-48A1-482A-9887-4C76D526A654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7E41F054-4D8B-44CB-9A31-6EF207D4ACB2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r>
            <a:rPr lang="fr-FR" sz="1200" dirty="0"/>
            <a:t> Remplacement des </a:t>
          </a:r>
          <a:r>
            <a:rPr lang="fr-FR" sz="1200" b="1" dirty="0"/>
            <a:t>valeurs négatives </a:t>
          </a:r>
          <a:r>
            <a:rPr lang="fr-FR" sz="1200" dirty="0"/>
            <a:t>par </a:t>
          </a:r>
          <a:r>
            <a:rPr lang="fr-FR" sz="1200" b="1" dirty="0"/>
            <a:t>0</a:t>
          </a:r>
          <a:endParaRPr lang="fr-FR" sz="1200" dirty="0"/>
        </a:p>
      </dgm:t>
    </dgm:pt>
    <dgm:pt modelId="{32B1D645-FD2A-4CA9-9BDB-500E9D48C8F4}" type="parTrans" cxnId="{F73C10CF-C3D7-41CC-AD15-28D45121BE8E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BB4F6754-2441-4B12-8E36-728A684FAB4D}" type="sibTrans" cxnId="{F73C10CF-C3D7-41CC-AD15-28D45121BE8E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AB5195AD-8E9C-4DB8-AB91-F087D7E699D3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r>
            <a:rPr lang="fr-FR" sz="1200" dirty="0"/>
            <a:t>Cette anomalie doit être </a:t>
          </a:r>
          <a:r>
            <a:rPr lang="fr-FR" sz="1200" b="1" dirty="0"/>
            <a:t>signalée auprès de l’entreprise</a:t>
          </a:r>
          <a:r>
            <a:rPr lang="fr-FR" sz="1200" dirty="0"/>
            <a:t>.                 </a:t>
          </a:r>
        </a:p>
      </dgm:t>
    </dgm:pt>
    <dgm:pt modelId="{71002350-CA80-411D-892F-26646E105059}" type="parTrans" cxnId="{98D33BE5-7AEC-4DE1-97A6-4F946AA6031C}">
      <dgm:prSet/>
      <dgm:spPr/>
      <dgm:t>
        <a:bodyPr/>
        <a:lstStyle/>
        <a:p>
          <a:endParaRPr lang="fr-FR"/>
        </a:p>
      </dgm:t>
    </dgm:pt>
    <dgm:pt modelId="{89B98F1F-DAF4-496A-925F-0EFA2F8DD5FB}" type="sibTrans" cxnId="{98D33BE5-7AEC-4DE1-97A6-4F946AA6031C}">
      <dgm:prSet/>
      <dgm:spPr/>
      <dgm:t>
        <a:bodyPr/>
        <a:lstStyle/>
        <a:p>
          <a:endParaRPr lang="fr-FR"/>
        </a:p>
      </dgm:t>
    </dgm:pt>
    <dgm:pt modelId="{FD7A6C36-3DEA-4352-9E82-F1719F9A1B84}" type="pres">
      <dgm:prSet presAssocID="{94D20F1E-F605-484D-8277-98A0DEB66C01}" presName="Name0" presStyleCnt="0">
        <dgm:presLayoutVars>
          <dgm:dir/>
          <dgm:animLvl val="lvl"/>
          <dgm:resizeHandles val="exact"/>
        </dgm:presLayoutVars>
      </dgm:prSet>
      <dgm:spPr/>
    </dgm:pt>
    <dgm:pt modelId="{FBC953A5-958A-43BE-A654-B2732F2255BC}" type="pres">
      <dgm:prSet presAssocID="{A444BF3B-120C-473D-A0CC-1B80A77FAD77}" presName="linNode" presStyleCnt="0"/>
      <dgm:spPr/>
    </dgm:pt>
    <dgm:pt modelId="{8BB4B482-7E31-47DA-A8E6-B45AE7569106}" type="pres">
      <dgm:prSet presAssocID="{A444BF3B-120C-473D-A0CC-1B80A77FAD77}" presName="parentText" presStyleLbl="node1" presStyleIdx="0" presStyleCnt="1" custLinFactNeighborX="-462" custLinFactNeighborY="6731">
        <dgm:presLayoutVars>
          <dgm:chMax val="1"/>
          <dgm:bulletEnabled val="1"/>
        </dgm:presLayoutVars>
      </dgm:prSet>
      <dgm:spPr/>
    </dgm:pt>
    <dgm:pt modelId="{7ABD81BF-2E34-443A-9B19-5BA4CE1A9E2F}" type="pres">
      <dgm:prSet presAssocID="{A444BF3B-120C-473D-A0CC-1B80A77FAD77}" presName="descendantText" presStyleLbl="alignAccFollowNode1" presStyleIdx="0" presStyleCnt="1" custScaleX="105182" custScaleY="119326">
        <dgm:presLayoutVars>
          <dgm:bulletEnabled val="1"/>
        </dgm:presLayoutVars>
      </dgm:prSet>
      <dgm:spPr/>
    </dgm:pt>
  </dgm:ptLst>
  <dgm:cxnLst>
    <dgm:cxn modelId="{79218C12-0538-49AE-BCD0-6F695301EC5B}" type="presOf" srcId="{AB5195AD-8E9C-4DB8-AB91-F087D7E699D3}" destId="{7ABD81BF-2E34-443A-9B19-5BA4CE1A9E2F}" srcOrd="0" destOrd="1" presId="urn:microsoft.com/office/officeart/2005/8/layout/vList5"/>
    <dgm:cxn modelId="{F0C23921-5856-46CF-A6EE-00A9051379F0}" type="presOf" srcId="{94D20F1E-F605-484D-8277-98A0DEB66C01}" destId="{FD7A6C36-3DEA-4352-9E82-F1719F9A1B84}" srcOrd="0" destOrd="0" presId="urn:microsoft.com/office/officeart/2005/8/layout/vList5"/>
    <dgm:cxn modelId="{F86DAB5B-A6D0-4868-8DEA-B7218733E3EE}" srcId="{94D20F1E-F605-484D-8277-98A0DEB66C01}" destId="{A444BF3B-120C-473D-A0CC-1B80A77FAD77}" srcOrd="0" destOrd="0" parTransId="{A45A373F-F108-4D22-AC36-0718EE1DBFDB}" sibTransId="{DEA00909-ECED-481E-B157-5C0CB1165AF6}"/>
    <dgm:cxn modelId="{03B07662-1C48-4BC3-9131-F37CD98F31CF}" type="presOf" srcId="{A444BF3B-120C-473D-A0CC-1B80A77FAD77}" destId="{8BB4B482-7E31-47DA-A8E6-B45AE7569106}" srcOrd="0" destOrd="0" presId="urn:microsoft.com/office/officeart/2005/8/layout/vList5"/>
    <dgm:cxn modelId="{0BF1057B-4087-47C4-BF33-86F6A5CABCD0}" type="presOf" srcId="{7E41F054-4D8B-44CB-9A31-6EF207D4ACB2}" destId="{7ABD81BF-2E34-443A-9B19-5BA4CE1A9E2F}" srcOrd="0" destOrd="2" presId="urn:microsoft.com/office/officeart/2005/8/layout/vList5"/>
    <dgm:cxn modelId="{52063F7B-48A1-482A-9887-4C76D526A654}" srcId="{A444BF3B-120C-473D-A0CC-1B80A77FAD77}" destId="{C667C8C3-5E27-4D63-B2C0-B7587CDBA65B}" srcOrd="0" destOrd="0" parTransId="{6973A553-3822-4E7D-883D-F961C7202756}" sibTransId="{ADB3B785-89FD-4D5B-B375-033506DE35BE}"/>
    <dgm:cxn modelId="{F73C10CF-C3D7-41CC-AD15-28D45121BE8E}" srcId="{A444BF3B-120C-473D-A0CC-1B80A77FAD77}" destId="{7E41F054-4D8B-44CB-9A31-6EF207D4ACB2}" srcOrd="2" destOrd="0" parTransId="{32B1D645-FD2A-4CA9-9BDB-500E9D48C8F4}" sibTransId="{BB4F6754-2441-4B12-8E36-728A684FAB4D}"/>
    <dgm:cxn modelId="{98D33BE5-7AEC-4DE1-97A6-4F946AA6031C}" srcId="{A444BF3B-120C-473D-A0CC-1B80A77FAD77}" destId="{AB5195AD-8E9C-4DB8-AB91-F087D7E699D3}" srcOrd="1" destOrd="0" parTransId="{71002350-CA80-411D-892F-26646E105059}" sibTransId="{89B98F1F-DAF4-496A-925F-0EFA2F8DD5FB}"/>
    <dgm:cxn modelId="{52674BE8-357C-488E-9611-D887E808004A}" type="presOf" srcId="{C667C8C3-5E27-4D63-B2C0-B7587CDBA65B}" destId="{7ABD81BF-2E34-443A-9B19-5BA4CE1A9E2F}" srcOrd="0" destOrd="0" presId="urn:microsoft.com/office/officeart/2005/8/layout/vList5"/>
    <dgm:cxn modelId="{CEB8DDD9-86BE-444B-A71C-85C74F97F588}" type="presParOf" srcId="{FD7A6C36-3DEA-4352-9E82-F1719F9A1B84}" destId="{FBC953A5-958A-43BE-A654-B2732F2255BC}" srcOrd="0" destOrd="0" presId="urn:microsoft.com/office/officeart/2005/8/layout/vList5"/>
    <dgm:cxn modelId="{D84A3ECC-FC17-409D-B063-203E2DE2AF78}" type="presParOf" srcId="{FBC953A5-958A-43BE-A654-B2732F2255BC}" destId="{8BB4B482-7E31-47DA-A8E6-B45AE7569106}" srcOrd="0" destOrd="0" presId="urn:microsoft.com/office/officeart/2005/8/layout/vList5"/>
    <dgm:cxn modelId="{8A37D150-5B48-4F3C-A1DE-C20FC34416C9}" type="presParOf" srcId="{FBC953A5-958A-43BE-A654-B2732F2255BC}" destId="{7ABD81BF-2E34-443A-9B19-5BA4CE1A9E2F}" srcOrd="1" destOrd="0" presId="urn:microsoft.com/office/officeart/2005/8/layout/vList5"/>
  </dgm:cxnLst>
  <dgm:bg>
    <a:solidFill>
      <a:schemeClr val="bg1"/>
    </a:solidFill>
  </dgm:bg>
  <dgm:whole>
    <a:ln>
      <a:solidFill>
        <a:schemeClr val="accent5"/>
      </a:solidFill>
    </a:ln>
  </dgm:whole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4D20F1E-F605-484D-8277-98A0DEB66C01}" type="doc">
      <dgm:prSet loTypeId="urn:microsoft.com/office/officeart/2005/8/layout/vList5" loCatId="list" qsTypeId="urn:microsoft.com/office/officeart/2005/8/quickstyle/3d4" qsCatId="3D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3E7A6BA8-0778-4DE8-B30B-6AF44C7D3BC6}">
      <dgm:prSet phldrT="[Texte]" custT="1"/>
      <dgm:spPr/>
      <dgm:t>
        <a:bodyPr/>
        <a:lstStyle/>
        <a:p>
          <a:pPr algn="ctr"/>
          <a:r>
            <a:rPr lang="fr-FR" sz="1400" dirty="0">
              <a:solidFill>
                <a:schemeClr val="accent5">
                  <a:lumMod val="75000"/>
                </a:schemeClr>
              </a:solidFill>
            </a:rPr>
            <a:t>Tax_class, post_content,</a:t>
          </a:r>
        </a:p>
        <a:p>
          <a:pPr algn="ctr"/>
          <a:r>
            <a:rPr lang="fr-FR" sz="1400" dirty="0">
              <a:solidFill>
                <a:schemeClr val="accent5">
                  <a:lumMod val="75000"/>
                </a:schemeClr>
              </a:solidFill>
            </a:rPr>
            <a:t>Post_possword, </a:t>
          </a:r>
          <a:r>
            <a:rPr lang="fr-FR" sz="1400" dirty="0" err="1">
              <a:solidFill>
                <a:schemeClr val="accent5">
                  <a:lumMod val="75000"/>
                </a:schemeClr>
              </a:solidFill>
            </a:rPr>
            <a:t>post_filtered</a:t>
          </a:r>
          <a:endParaRPr lang="fr-FR" sz="1400" dirty="0">
            <a:solidFill>
              <a:schemeClr val="accent5">
                <a:lumMod val="75000"/>
              </a:schemeClr>
            </a:solidFill>
          </a:endParaRPr>
        </a:p>
      </dgm:t>
    </dgm:pt>
    <dgm:pt modelId="{CF3B6B22-B5C0-4D39-BC90-9DF787BECF4B}" type="parTrans" cxnId="{87E6564E-B039-4172-9E4B-5F2AC55B67D4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FC852093-8C5A-4308-8D66-78DC01F3A9C9}" type="sibTrans" cxnId="{87E6564E-B039-4172-9E4B-5F2AC55B67D4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8FDCB253-4B10-4414-9ACA-B4DB773E9EEB}">
      <dgm:prSet phldrT="[Texte]" phldr="0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dgm:style>
      </dgm:prSet>
      <dgm:spPr>
        <a:noFill/>
        <a:ln>
          <a:noFill/>
        </a:ln>
      </dgm:spPr>
      <dgm:t>
        <a:bodyPr/>
        <a:lstStyle/>
        <a:p>
          <a:r>
            <a:rPr lang="fr-FR" sz="1200" dirty="0"/>
            <a:t>Les quatre colonnes sans valeurs (NaN) ont été supprimées.</a:t>
          </a:r>
        </a:p>
      </dgm:t>
    </dgm:pt>
    <dgm:pt modelId="{7C0C8F70-96EE-4D4E-962B-792050077421}" type="sibTrans" cxnId="{E225264E-FE96-4AA1-B2B0-3CD95115BFC8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F7B4A924-6A8D-49C3-84C9-EE2F2CAC869C}" type="parTrans" cxnId="{E225264E-FE96-4AA1-B2B0-3CD95115BFC8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FD7A6C36-3DEA-4352-9E82-F1719F9A1B84}" type="pres">
      <dgm:prSet presAssocID="{94D20F1E-F605-484D-8277-98A0DEB66C01}" presName="Name0" presStyleCnt="0">
        <dgm:presLayoutVars>
          <dgm:dir/>
          <dgm:animLvl val="lvl"/>
          <dgm:resizeHandles val="exact"/>
        </dgm:presLayoutVars>
      </dgm:prSet>
      <dgm:spPr/>
    </dgm:pt>
    <dgm:pt modelId="{E39BC9F3-37A8-4124-A1A1-480047432C53}" type="pres">
      <dgm:prSet presAssocID="{3E7A6BA8-0778-4DE8-B30B-6AF44C7D3BC6}" presName="linNode" presStyleCnt="0"/>
      <dgm:spPr/>
    </dgm:pt>
    <dgm:pt modelId="{A2785B4B-16F3-44BA-94BC-A254CEF4974C}" type="pres">
      <dgm:prSet presAssocID="{3E7A6BA8-0778-4DE8-B30B-6AF44C7D3BC6}" presName="parentText" presStyleLbl="node1" presStyleIdx="0" presStyleCnt="1" custScaleY="140659" custLinFactNeighborY="1496">
        <dgm:presLayoutVars>
          <dgm:chMax val="1"/>
          <dgm:bulletEnabled val="1"/>
        </dgm:presLayoutVars>
      </dgm:prSet>
      <dgm:spPr/>
    </dgm:pt>
    <dgm:pt modelId="{00CF5225-C80C-4DB8-8518-C45273A31630}" type="pres">
      <dgm:prSet presAssocID="{3E7A6BA8-0778-4DE8-B30B-6AF44C7D3BC6}" presName="descendantText" presStyleLbl="alignAccFollowNode1" presStyleIdx="0" presStyleCnt="1" custScaleX="104830" custScaleY="175696">
        <dgm:presLayoutVars>
          <dgm:bulletEnabled val="1"/>
        </dgm:presLayoutVars>
      </dgm:prSet>
      <dgm:spPr/>
    </dgm:pt>
  </dgm:ptLst>
  <dgm:cxnLst>
    <dgm:cxn modelId="{F0C23921-5856-46CF-A6EE-00A9051379F0}" type="presOf" srcId="{94D20F1E-F605-484D-8277-98A0DEB66C01}" destId="{FD7A6C36-3DEA-4352-9E82-F1719F9A1B84}" srcOrd="0" destOrd="0" presId="urn:microsoft.com/office/officeart/2005/8/layout/vList5"/>
    <dgm:cxn modelId="{E225264E-FE96-4AA1-B2B0-3CD95115BFC8}" srcId="{3E7A6BA8-0778-4DE8-B30B-6AF44C7D3BC6}" destId="{8FDCB253-4B10-4414-9ACA-B4DB773E9EEB}" srcOrd="0" destOrd="0" parTransId="{F7B4A924-6A8D-49C3-84C9-EE2F2CAC869C}" sibTransId="{7C0C8F70-96EE-4D4E-962B-792050077421}"/>
    <dgm:cxn modelId="{87E6564E-B039-4172-9E4B-5F2AC55B67D4}" srcId="{94D20F1E-F605-484D-8277-98A0DEB66C01}" destId="{3E7A6BA8-0778-4DE8-B30B-6AF44C7D3BC6}" srcOrd="0" destOrd="0" parTransId="{CF3B6B22-B5C0-4D39-BC90-9DF787BECF4B}" sibTransId="{FC852093-8C5A-4308-8D66-78DC01F3A9C9}"/>
    <dgm:cxn modelId="{DA77A672-F82A-41A6-BF20-F3986CB4C9B1}" type="presOf" srcId="{8FDCB253-4B10-4414-9ACA-B4DB773E9EEB}" destId="{00CF5225-C80C-4DB8-8518-C45273A31630}" srcOrd="0" destOrd="0" presId="urn:microsoft.com/office/officeart/2005/8/layout/vList5"/>
    <dgm:cxn modelId="{9A7B1EC8-42B4-410D-A05A-8851B1E72D36}" type="presOf" srcId="{3E7A6BA8-0778-4DE8-B30B-6AF44C7D3BC6}" destId="{A2785B4B-16F3-44BA-94BC-A254CEF4974C}" srcOrd="0" destOrd="0" presId="urn:microsoft.com/office/officeart/2005/8/layout/vList5"/>
    <dgm:cxn modelId="{055C0C36-5DD6-4D8D-9063-E68B76056EB7}" type="presParOf" srcId="{FD7A6C36-3DEA-4352-9E82-F1719F9A1B84}" destId="{E39BC9F3-37A8-4124-A1A1-480047432C53}" srcOrd="0" destOrd="0" presId="urn:microsoft.com/office/officeart/2005/8/layout/vList5"/>
    <dgm:cxn modelId="{9A0D6B0D-C55F-4C69-919C-46A0721189A9}" type="presParOf" srcId="{E39BC9F3-37A8-4124-A1A1-480047432C53}" destId="{A2785B4B-16F3-44BA-94BC-A254CEF4974C}" srcOrd="0" destOrd="0" presId="urn:microsoft.com/office/officeart/2005/8/layout/vList5"/>
    <dgm:cxn modelId="{AB35760C-BEDE-48D7-9ABF-E4A136B0679E}" type="presParOf" srcId="{E39BC9F3-37A8-4124-A1A1-480047432C53}" destId="{00CF5225-C80C-4DB8-8518-C45273A31630}" srcOrd="1" destOrd="0" presId="urn:microsoft.com/office/officeart/2005/8/layout/vList5"/>
  </dgm:cxnLst>
  <dgm:bg>
    <a:solidFill>
      <a:schemeClr val="bg1"/>
    </a:solidFill>
  </dgm:bg>
  <dgm:whole>
    <a:ln>
      <a:solidFill>
        <a:schemeClr val="accent5"/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4D20F1E-F605-484D-8277-98A0DEB66C01}" type="doc">
      <dgm:prSet loTypeId="urn:microsoft.com/office/officeart/2005/8/layout/vList5" loCatId="list" qsTypeId="urn:microsoft.com/office/officeart/2005/8/quickstyle/3d4" qsCatId="3D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65E10FB4-FA6E-41DC-97E4-2519B58ABC38}">
      <dgm:prSet phldrT="[Texte]" custT="1"/>
      <dgm:spPr/>
      <dgm:t>
        <a:bodyPr anchor="ctr"/>
        <a:lstStyle/>
        <a:p>
          <a:pPr algn="ctr"/>
          <a:r>
            <a:rPr lang="fr-FR" sz="1400" dirty="0">
              <a:solidFill>
                <a:schemeClr val="accent5">
                  <a:lumMod val="75000"/>
                </a:schemeClr>
              </a:solidFill>
            </a:rPr>
            <a:t>Sku </a:t>
          </a:r>
        </a:p>
      </dgm:t>
    </dgm:pt>
    <dgm:pt modelId="{15A2CA2E-8A26-4583-BEFF-2ED4D17A57C8}" type="parTrans" cxnId="{3C71FE42-9F25-4106-A3C0-D7BB26B70B23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9BB9C042-B2AB-4332-84BD-45A8016C4CAE}" type="sibTrans" cxnId="{3C71FE42-9F25-4106-A3C0-D7BB26B70B23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74093BFC-7842-469A-A0C5-C973B0758C7D}">
      <dgm:prSet phldrT="[Texte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 anchor="ctr"/>
        <a:lstStyle/>
        <a:p>
          <a:pPr algn="l"/>
          <a:endParaRPr lang="fr-FR" sz="1200" b="0" dirty="0"/>
        </a:p>
      </dgm:t>
    </dgm:pt>
    <dgm:pt modelId="{CC104A29-8501-4888-AACD-3296C3106C9A}" type="sibTrans" cxnId="{443D1191-D775-41C0-A6A7-59C7EBABF219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67AA5A06-81A9-4B77-8299-455C85D66A4C}" type="parTrans" cxnId="{443D1191-D775-41C0-A6A7-59C7EBABF219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309620EC-79D4-4307-9B74-53DBA892F2AE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pPr algn="l"/>
          <a:r>
            <a:rPr lang="fr-FR" sz="1200" b="1" dirty="0"/>
            <a:t>Vérification des règles de codification:</a:t>
          </a:r>
        </a:p>
      </dgm:t>
    </dgm:pt>
    <dgm:pt modelId="{64CE87C0-CB77-4BF7-8881-BBA24D0B1C30}" type="parTrans" cxnId="{D598E79D-CC1A-4A7D-9E61-D0A675E498C9}">
      <dgm:prSet/>
      <dgm:spPr/>
      <dgm:t>
        <a:bodyPr/>
        <a:lstStyle/>
        <a:p>
          <a:endParaRPr lang="fr-FR"/>
        </a:p>
      </dgm:t>
    </dgm:pt>
    <dgm:pt modelId="{6AE7FC55-57B4-462B-A284-BB2CCE10249F}" type="sibTrans" cxnId="{D598E79D-CC1A-4A7D-9E61-D0A675E498C9}">
      <dgm:prSet/>
      <dgm:spPr/>
      <dgm:t>
        <a:bodyPr/>
        <a:lstStyle/>
        <a:p>
          <a:endParaRPr lang="fr-FR"/>
        </a:p>
      </dgm:t>
    </dgm:pt>
    <dgm:pt modelId="{F52281B8-BEAE-406C-81B1-CD27E41D7B3A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pPr algn="l">
            <a:buFont typeface="Courier New" panose="02070309020205020404" pitchFamily="49" charset="0"/>
            <a:buChar char="o"/>
          </a:pPr>
          <a:r>
            <a:rPr lang="fr-FR" sz="1200" b="0" dirty="0"/>
            <a:t>NaN ( 85 lignes) =&gt;  Analyse et suppression de 85 lignes</a:t>
          </a:r>
        </a:p>
      </dgm:t>
    </dgm:pt>
    <dgm:pt modelId="{00B832EB-18B6-43CC-949F-94CF55074800}" type="parTrans" cxnId="{FC3318A6-6725-4838-9996-5493F76AA88E}">
      <dgm:prSet/>
      <dgm:spPr/>
      <dgm:t>
        <a:bodyPr/>
        <a:lstStyle/>
        <a:p>
          <a:endParaRPr lang="fr-FR"/>
        </a:p>
      </dgm:t>
    </dgm:pt>
    <dgm:pt modelId="{90EAC4B6-7F78-4218-AB67-B25FC7724551}" type="sibTrans" cxnId="{FC3318A6-6725-4838-9996-5493F76AA88E}">
      <dgm:prSet/>
      <dgm:spPr/>
      <dgm:t>
        <a:bodyPr/>
        <a:lstStyle/>
        <a:p>
          <a:endParaRPr lang="fr-FR"/>
        </a:p>
      </dgm:t>
    </dgm:pt>
    <dgm:pt modelId="{9E943D2D-136E-4138-BFA7-FD6E802C6B5A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pPr algn="l"/>
          <a:r>
            <a:rPr lang="fr-FR" sz="1200" b="1" dirty="0"/>
            <a:t>Identification des doublons : </a:t>
          </a:r>
          <a:r>
            <a:rPr lang="fr-FR" sz="1200" b="0" dirty="0"/>
            <a:t>Chaque SKU → 2 lignes :</a:t>
          </a:r>
        </a:p>
      </dgm:t>
    </dgm:pt>
    <dgm:pt modelId="{AE04179E-B45E-467B-9325-B9CC6A56C104}" type="parTrans" cxnId="{D598A407-7366-44B3-80AC-9BAE39DF4D60}">
      <dgm:prSet/>
      <dgm:spPr/>
      <dgm:t>
        <a:bodyPr/>
        <a:lstStyle/>
        <a:p>
          <a:endParaRPr lang="fr-FR"/>
        </a:p>
      </dgm:t>
    </dgm:pt>
    <dgm:pt modelId="{5464D1A3-AE9D-46A7-995E-C462446A78F1}" type="sibTrans" cxnId="{D598A407-7366-44B3-80AC-9BAE39DF4D60}">
      <dgm:prSet/>
      <dgm:spPr/>
      <dgm:t>
        <a:bodyPr/>
        <a:lstStyle/>
        <a:p>
          <a:endParaRPr lang="fr-FR"/>
        </a:p>
      </dgm:t>
    </dgm:pt>
    <dgm:pt modelId="{EFCD63C5-875A-4A24-8795-AF0EF4E72C41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pPr algn="l">
            <a:buFont typeface="Courier New" panose="02070309020205020404" pitchFamily="49" charset="0"/>
            <a:buChar char="o"/>
          </a:pPr>
          <a:r>
            <a:rPr lang="fr-FR" sz="1200" b="0" dirty="0"/>
            <a:t>la 1ère correspond à l’image du produit (attachment) ,la 2ème correspond au produit (product)  =&gt; Seule la ligne “produit” est conservée</a:t>
          </a:r>
        </a:p>
      </dgm:t>
    </dgm:pt>
    <dgm:pt modelId="{5467C482-54B9-4CF6-9D2C-1384457B334E}" type="parTrans" cxnId="{E5B9E1DF-A28D-4AD2-82B1-E07BC1E36282}">
      <dgm:prSet/>
      <dgm:spPr/>
      <dgm:t>
        <a:bodyPr/>
        <a:lstStyle/>
        <a:p>
          <a:endParaRPr lang="fr-FR"/>
        </a:p>
      </dgm:t>
    </dgm:pt>
    <dgm:pt modelId="{605D50FE-FB3D-47D1-AD57-A32A1351CAAE}" type="sibTrans" cxnId="{E5B9E1DF-A28D-4AD2-82B1-E07BC1E36282}">
      <dgm:prSet/>
      <dgm:spPr/>
      <dgm:t>
        <a:bodyPr/>
        <a:lstStyle/>
        <a:p>
          <a:endParaRPr lang="fr-FR"/>
        </a:p>
      </dgm:t>
    </dgm:pt>
    <dgm:pt modelId="{E594F09E-F9DC-4AB6-B974-E82B6310E2CF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pPr algn="l"/>
          <a:endParaRPr lang="fr-FR" sz="1200" b="0" dirty="0"/>
        </a:p>
      </dgm:t>
    </dgm:pt>
    <dgm:pt modelId="{2FA3C72C-6F4C-4F9F-8634-CE380CAC41AE}" type="parTrans" cxnId="{9F7CB9E5-4254-43FD-92C8-B9157556C5C6}">
      <dgm:prSet/>
      <dgm:spPr/>
      <dgm:t>
        <a:bodyPr/>
        <a:lstStyle/>
        <a:p>
          <a:endParaRPr lang="fr-FR"/>
        </a:p>
      </dgm:t>
    </dgm:pt>
    <dgm:pt modelId="{F709AACC-0606-4F9A-B8A5-8462FAAE6B7B}" type="sibTrans" cxnId="{9F7CB9E5-4254-43FD-92C8-B9157556C5C6}">
      <dgm:prSet/>
      <dgm:spPr/>
      <dgm:t>
        <a:bodyPr/>
        <a:lstStyle/>
        <a:p>
          <a:endParaRPr lang="fr-FR"/>
        </a:p>
      </dgm:t>
    </dgm:pt>
    <dgm:pt modelId="{70030174-1035-4166-9777-5E38EC4548BF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pPr algn="l">
            <a:buFont typeface="Courier New" panose="02070309020205020404" pitchFamily="49" charset="0"/>
            <a:buChar char="o"/>
          </a:pPr>
          <a:r>
            <a:rPr lang="fr-FR" sz="1200" b="0" dirty="0"/>
            <a:t>13127-1, bon-cadeau-25-euros =&gt; Conservation des 2 valeurs</a:t>
          </a:r>
        </a:p>
      </dgm:t>
    </dgm:pt>
    <dgm:pt modelId="{09BA7B31-01C4-41F1-9005-2CC309CFC1CC}" type="parTrans" cxnId="{3D8DF7A4-69D9-456B-8A80-649B8B51BE0E}">
      <dgm:prSet/>
      <dgm:spPr/>
      <dgm:t>
        <a:bodyPr/>
        <a:lstStyle/>
        <a:p>
          <a:endParaRPr lang="fr-FR"/>
        </a:p>
      </dgm:t>
    </dgm:pt>
    <dgm:pt modelId="{3D51E121-2235-414A-953C-CC28AB70B6F8}" type="sibTrans" cxnId="{3D8DF7A4-69D9-456B-8A80-649B8B51BE0E}">
      <dgm:prSet/>
      <dgm:spPr/>
      <dgm:t>
        <a:bodyPr/>
        <a:lstStyle/>
        <a:p>
          <a:endParaRPr lang="fr-FR"/>
        </a:p>
      </dgm:t>
    </dgm:pt>
    <dgm:pt modelId="{FD7A6C36-3DEA-4352-9E82-F1719F9A1B84}" type="pres">
      <dgm:prSet presAssocID="{94D20F1E-F605-484D-8277-98A0DEB66C01}" presName="Name0" presStyleCnt="0">
        <dgm:presLayoutVars>
          <dgm:dir/>
          <dgm:animLvl val="lvl"/>
          <dgm:resizeHandles val="exact"/>
        </dgm:presLayoutVars>
      </dgm:prSet>
      <dgm:spPr/>
    </dgm:pt>
    <dgm:pt modelId="{0664F9C1-D820-4533-81A1-BA1DFA2FE2DD}" type="pres">
      <dgm:prSet presAssocID="{65E10FB4-FA6E-41DC-97E4-2519B58ABC38}" presName="linNode" presStyleCnt="0"/>
      <dgm:spPr/>
    </dgm:pt>
    <dgm:pt modelId="{92D9B811-3FF9-4F1A-9F95-915C967433B9}" type="pres">
      <dgm:prSet presAssocID="{65E10FB4-FA6E-41DC-97E4-2519B58ABC38}" presName="parentText" presStyleLbl="node1" presStyleIdx="0" presStyleCnt="1" custScaleY="106770" custLinFactNeighborX="-15" custLinFactNeighborY="1830">
        <dgm:presLayoutVars>
          <dgm:chMax val="1"/>
          <dgm:bulletEnabled val="1"/>
        </dgm:presLayoutVars>
      </dgm:prSet>
      <dgm:spPr/>
    </dgm:pt>
    <dgm:pt modelId="{7AA94065-97BC-423C-9434-55EAEAC6E18F}" type="pres">
      <dgm:prSet presAssocID="{65E10FB4-FA6E-41DC-97E4-2519B58ABC38}" presName="descendantText" presStyleLbl="alignAccFollowNode1" presStyleIdx="0" presStyleCnt="1" custScaleX="104362" custScaleY="133472">
        <dgm:presLayoutVars>
          <dgm:bulletEnabled val="1"/>
        </dgm:presLayoutVars>
      </dgm:prSet>
      <dgm:spPr/>
    </dgm:pt>
  </dgm:ptLst>
  <dgm:cxnLst>
    <dgm:cxn modelId="{D598A407-7366-44B3-80AC-9BAE39DF4D60}" srcId="{65E10FB4-FA6E-41DC-97E4-2519B58ABC38}" destId="{9E943D2D-136E-4138-BFA7-FD6E802C6B5A}" srcOrd="4" destOrd="0" parTransId="{AE04179E-B45E-467B-9325-B9CC6A56C104}" sibTransId="{5464D1A3-AE9D-46A7-995E-C462446A78F1}"/>
    <dgm:cxn modelId="{55E28816-9B00-4CA9-867F-C33741E52CB2}" type="presOf" srcId="{E594F09E-F9DC-4AB6-B974-E82B6310E2CF}" destId="{7AA94065-97BC-423C-9434-55EAEAC6E18F}" srcOrd="0" destOrd="6" presId="urn:microsoft.com/office/officeart/2005/8/layout/vList5"/>
    <dgm:cxn modelId="{F0C23921-5856-46CF-A6EE-00A9051379F0}" type="presOf" srcId="{94D20F1E-F605-484D-8277-98A0DEB66C01}" destId="{FD7A6C36-3DEA-4352-9E82-F1719F9A1B84}" srcOrd="0" destOrd="0" presId="urn:microsoft.com/office/officeart/2005/8/layout/vList5"/>
    <dgm:cxn modelId="{68839F2B-16F4-47DB-8874-D411A39D75D7}" type="presOf" srcId="{9E943D2D-136E-4138-BFA7-FD6E802C6B5A}" destId="{7AA94065-97BC-423C-9434-55EAEAC6E18F}" srcOrd="0" destOrd="4" presId="urn:microsoft.com/office/officeart/2005/8/layout/vList5"/>
    <dgm:cxn modelId="{1C50925C-946F-4E24-8642-735F43E5954C}" type="presOf" srcId="{74093BFC-7842-469A-A0C5-C973B0758C7D}" destId="{7AA94065-97BC-423C-9434-55EAEAC6E18F}" srcOrd="0" destOrd="0" presId="urn:microsoft.com/office/officeart/2005/8/layout/vList5"/>
    <dgm:cxn modelId="{F1280E5D-90BA-47D1-98F2-18C5D7F22F0B}" type="presOf" srcId="{65E10FB4-FA6E-41DC-97E4-2519B58ABC38}" destId="{92D9B811-3FF9-4F1A-9F95-915C967433B9}" srcOrd="0" destOrd="0" presId="urn:microsoft.com/office/officeart/2005/8/layout/vList5"/>
    <dgm:cxn modelId="{3C71FE42-9F25-4106-A3C0-D7BB26B70B23}" srcId="{94D20F1E-F605-484D-8277-98A0DEB66C01}" destId="{65E10FB4-FA6E-41DC-97E4-2519B58ABC38}" srcOrd="0" destOrd="0" parTransId="{15A2CA2E-8A26-4583-BEFF-2ED4D17A57C8}" sibTransId="{9BB9C042-B2AB-4332-84BD-45A8016C4CAE}"/>
    <dgm:cxn modelId="{589A8444-04EF-4F7C-A2C5-8980A0FC71BF}" type="presOf" srcId="{F52281B8-BEAE-406C-81B1-CD27E41D7B3A}" destId="{7AA94065-97BC-423C-9434-55EAEAC6E18F}" srcOrd="0" destOrd="3" presId="urn:microsoft.com/office/officeart/2005/8/layout/vList5"/>
    <dgm:cxn modelId="{A9BCAB8F-30DF-4115-9428-386C0B85D6F6}" type="presOf" srcId="{309620EC-79D4-4307-9B74-53DBA892F2AE}" destId="{7AA94065-97BC-423C-9434-55EAEAC6E18F}" srcOrd="0" destOrd="1" presId="urn:microsoft.com/office/officeart/2005/8/layout/vList5"/>
    <dgm:cxn modelId="{443D1191-D775-41C0-A6A7-59C7EBABF219}" srcId="{65E10FB4-FA6E-41DC-97E4-2519B58ABC38}" destId="{74093BFC-7842-469A-A0C5-C973B0758C7D}" srcOrd="0" destOrd="0" parTransId="{67AA5A06-81A9-4B77-8299-455C85D66A4C}" sibTransId="{CC104A29-8501-4888-AACD-3296C3106C9A}"/>
    <dgm:cxn modelId="{DE2CA093-E9D0-489B-9D54-6B3D4C49AAAF}" type="presOf" srcId="{70030174-1035-4166-9777-5E38EC4548BF}" destId="{7AA94065-97BC-423C-9434-55EAEAC6E18F}" srcOrd="0" destOrd="2" presId="urn:microsoft.com/office/officeart/2005/8/layout/vList5"/>
    <dgm:cxn modelId="{D598E79D-CC1A-4A7D-9E61-D0A675E498C9}" srcId="{65E10FB4-FA6E-41DC-97E4-2519B58ABC38}" destId="{309620EC-79D4-4307-9B74-53DBA892F2AE}" srcOrd="1" destOrd="0" parTransId="{64CE87C0-CB77-4BF7-8881-BBA24D0B1C30}" sibTransId="{6AE7FC55-57B4-462B-A284-BB2CCE10249F}"/>
    <dgm:cxn modelId="{3D8DF7A4-69D9-456B-8A80-649B8B51BE0E}" srcId="{65E10FB4-FA6E-41DC-97E4-2519B58ABC38}" destId="{70030174-1035-4166-9777-5E38EC4548BF}" srcOrd="2" destOrd="0" parTransId="{09BA7B31-01C4-41F1-9005-2CC309CFC1CC}" sibTransId="{3D51E121-2235-414A-953C-CC28AB70B6F8}"/>
    <dgm:cxn modelId="{FC3318A6-6725-4838-9996-5493F76AA88E}" srcId="{65E10FB4-FA6E-41DC-97E4-2519B58ABC38}" destId="{F52281B8-BEAE-406C-81B1-CD27E41D7B3A}" srcOrd="3" destOrd="0" parTransId="{00B832EB-18B6-43CC-949F-94CF55074800}" sibTransId="{90EAC4B6-7F78-4218-AB67-B25FC7724551}"/>
    <dgm:cxn modelId="{E5B9E1DF-A28D-4AD2-82B1-E07BC1E36282}" srcId="{65E10FB4-FA6E-41DC-97E4-2519B58ABC38}" destId="{EFCD63C5-875A-4A24-8795-AF0EF4E72C41}" srcOrd="5" destOrd="0" parTransId="{5467C482-54B9-4CF6-9D2C-1384457B334E}" sibTransId="{605D50FE-FB3D-47D1-AD57-A32A1351CAAE}"/>
    <dgm:cxn modelId="{9F7CB9E5-4254-43FD-92C8-B9157556C5C6}" srcId="{65E10FB4-FA6E-41DC-97E4-2519B58ABC38}" destId="{E594F09E-F9DC-4AB6-B974-E82B6310E2CF}" srcOrd="6" destOrd="0" parTransId="{2FA3C72C-6F4C-4F9F-8634-CE380CAC41AE}" sibTransId="{F709AACC-0606-4F9A-B8A5-8462FAAE6B7B}"/>
    <dgm:cxn modelId="{13D7C0F9-1AB3-4D83-871F-52D24EC6B409}" type="presOf" srcId="{EFCD63C5-875A-4A24-8795-AF0EF4E72C41}" destId="{7AA94065-97BC-423C-9434-55EAEAC6E18F}" srcOrd="0" destOrd="5" presId="urn:microsoft.com/office/officeart/2005/8/layout/vList5"/>
    <dgm:cxn modelId="{E43AF333-61C4-440F-9B77-37538F807213}" type="presParOf" srcId="{FD7A6C36-3DEA-4352-9E82-F1719F9A1B84}" destId="{0664F9C1-D820-4533-81A1-BA1DFA2FE2DD}" srcOrd="0" destOrd="0" presId="urn:microsoft.com/office/officeart/2005/8/layout/vList5"/>
    <dgm:cxn modelId="{4A4879BE-6FA2-4EC0-8626-21E2C0EA5605}" type="presParOf" srcId="{0664F9C1-D820-4533-81A1-BA1DFA2FE2DD}" destId="{92D9B811-3FF9-4F1A-9F95-915C967433B9}" srcOrd="0" destOrd="0" presId="urn:microsoft.com/office/officeart/2005/8/layout/vList5"/>
    <dgm:cxn modelId="{FCE90287-02AE-4019-AEF3-D24C32C91E7F}" type="presParOf" srcId="{0664F9C1-D820-4533-81A1-BA1DFA2FE2DD}" destId="{7AA94065-97BC-423C-9434-55EAEAC6E18F}" srcOrd="1" destOrd="0" presId="urn:microsoft.com/office/officeart/2005/8/layout/vList5"/>
  </dgm:cxnLst>
  <dgm:bg>
    <a:solidFill>
      <a:schemeClr val="bg1"/>
    </a:solidFill>
  </dgm:bg>
  <dgm:whole>
    <a:ln>
      <a:solidFill>
        <a:schemeClr val="accent5"/>
      </a:solidFill>
    </a:ln>
  </dgm:whole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1E112C9-60BB-45EB-922F-DE8C641099E1}" type="doc">
      <dgm:prSet loTypeId="urn:microsoft.com/office/officeart/2005/8/layout/hProcess11" loCatId="process" qsTypeId="urn:microsoft.com/office/officeart/2005/8/quickstyle/3d2" qsCatId="3D" csTypeId="urn:microsoft.com/office/officeart/2005/8/colors/accent3_1" csCatId="accent3" phldr="1"/>
      <dgm:spPr/>
      <dgm:t>
        <a:bodyPr/>
        <a:lstStyle/>
        <a:p>
          <a:endParaRPr lang="fr-FR"/>
        </a:p>
      </dgm:t>
    </dgm:pt>
    <dgm:pt modelId="{D8EF6657-FBC5-453F-BB92-9CAB74140372}">
      <dgm:prSet custT="1"/>
      <dgm:spPr/>
      <dgm:t>
        <a:bodyPr/>
        <a:lstStyle/>
        <a:p>
          <a:r>
            <a:rPr lang="fr-FR" sz="1400" b="1"/>
            <a:t>Après l’analyse, le fichier contient 714 lignes et 25 colonnes.</a:t>
          </a:r>
          <a:endParaRPr lang="fr-FR" sz="1400" b="1" dirty="0"/>
        </a:p>
      </dgm:t>
    </dgm:pt>
    <dgm:pt modelId="{172CECC3-454A-4F61-AB57-1956859690D2}" type="parTrans" cxnId="{7EE8B1AF-D6C5-4131-BEE9-C892012E925B}">
      <dgm:prSet/>
      <dgm:spPr/>
      <dgm:t>
        <a:bodyPr/>
        <a:lstStyle/>
        <a:p>
          <a:endParaRPr lang="fr-FR" b="1">
            <a:solidFill>
              <a:schemeClr val="accent5">
                <a:lumMod val="75000"/>
              </a:schemeClr>
            </a:solidFill>
          </a:endParaRPr>
        </a:p>
      </dgm:t>
    </dgm:pt>
    <dgm:pt modelId="{C9C54EEC-F5D6-462E-A75E-F962196BD0E7}" type="sibTrans" cxnId="{7EE8B1AF-D6C5-4131-BEE9-C892012E925B}">
      <dgm:prSet/>
      <dgm:spPr/>
      <dgm:t>
        <a:bodyPr/>
        <a:lstStyle/>
        <a:p>
          <a:endParaRPr lang="fr-FR" b="1">
            <a:solidFill>
              <a:schemeClr val="accent5">
                <a:lumMod val="75000"/>
              </a:schemeClr>
            </a:solidFill>
          </a:endParaRPr>
        </a:p>
      </dgm:t>
    </dgm:pt>
    <dgm:pt modelId="{BA601C8A-E869-4148-BEDA-C1CB70D866ED}" type="pres">
      <dgm:prSet presAssocID="{A1E112C9-60BB-45EB-922F-DE8C641099E1}" presName="Name0" presStyleCnt="0">
        <dgm:presLayoutVars>
          <dgm:dir/>
          <dgm:resizeHandles val="exact"/>
        </dgm:presLayoutVars>
      </dgm:prSet>
      <dgm:spPr/>
    </dgm:pt>
    <dgm:pt modelId="{69E548EE-5F42-4E63-8CBD-C5BA16E0D601}" type="pres">
      <dgm:prSet presAssocID="{A1E112C9-60BB-45EB-922F-DE8C641099E1}" presName="arrow" presStyleLbl="bgShp" presStyleIdx="0" presStyleCnt="1" custScaleY="218509"/>
      <dgm:spPr>
        <a:solidFill>
          <a:schemeClr val="bg1"/>
        </a:solidFill>
      </dgm:spPr>
    </dgm:pt>
    <dgm:pt modelId="{F1782529-8664-4316-A003-B23BA93BD9E8}" type="pres">
      <dgm:prSet presAssocID="{A1E112C9-60BB-45EB-922F-DE8C641099E1}" presName="points" presStyleCnt="0"/>
      <dgm:spPr/>
    </dgm:pt>
    <dgm:pt modelId="{F460F63A-3C23-4956-9539-D74555087014}" type="pres">
      <dgm:prSet presAssocID="{D8EF6657-FBC5-453F-BB92-9CAB74140372}" presName="compositeA" presStyleCnt="0"/>
      <dgm:spPr/>
    </dgm:pt>
    <dgm:pt modelId="{D49640BA-03A9-436D-9D4A-7BC0789A03BB}" type="pres">
      <dgm:prSet presAssocID="{D8EF6657-FBC5-453F-BB92-9CAB74140372}" presName="textA" presStyleLbl="revTx" presStyleIdx="0" presStyleCnt="1" custScaleX="111220" custScaleY="250000" custLinFactNeighborX="6190" custLinFactNeighborY="6011">
        <dgm:presLayoutVars>
          <dgm:bulletEnabled val="1"/>
        </dgm:presLayoutVars>
      </dgm:prSet>
      <dgm:spPr/>
    </dgm:pt>
    <dgm:pt modelId="{28E4ECDF-46D9-444C-8C0A-CF66FD46C68B}" type="pres">
      <dgm:prSet presAssocID="{D8EF6657-FBC5-453F-BB92-9CAB74140372}" presName="circleA" presStyleLbl="node1" presStyleIdx="0" presStyleCnt="1"/>
      <dgm:spPr/>
    </dgm:pt>
    <dgm:pt modelId="{F192E606-4F9B-431F-BF37-071D3780EAE1}" type="pres">
      <dgm:prSet presAssocID="{D8EF6657-FBC5-453F-BB92-9CAB74140372}" presName="spaceA" presStyleCnt="0"/>
      <dgm:spPr/>
    </dgm:pt>
  </dgm:ptLst>
  <dgm:cxnLst>
    <dgm:cxn modelId="{4C05E55A-611E-4B47-8656-33954A56CB70}" type="presOf" srcId="{A1E112C9-60BB-45EB-922F-DE8C641099E1}" destId="{BA601C8A-E869-4148-BEDA-C1CB70D866ED}" srcOrd="0" destOrd="0" presId="urn:microsoft.com/office/officeart/2005/8/layout/hProcess11"/>
    <dgm:cxn modelId="{FCDB2888-EA2D-4DD2-A0A7-43484DFA23B0}" type="presOf" srcId="{D8EF6657-FBC5-453F-BB92-9CAB74140372}" destId="{D49640BA-03A9-436D-9D4A-7BC0789A03BB}" srcOrd="0" destOrd="0" presId="urn:microsoft.com/office/officeart/2005/8/layout/hProcess11"/>
    <dgm:cxn modelId="{7EE8B1AF-D6C5-4131-BEE9-C892012E925B}" srcId="{A1E112C9-60BB-45EB-922F-DE8C641099E1}" destId="{D8EF6657-FBC5-453F-BB92-9CAB74140372}" srcOrd="0" destOrd="0" parTransId="{172CECC3-454A-4F61-AB57-1956859690D2}" sibTransId="{C9C54EEC-F5D6-462E-A75E-F962196BD0E7}"/>
    <dgm:cxn modelId="{65D63E88-AED4-4C29-A0FF-83CA7CF8DB1C}" type="presParOf" srcId="{BA601C8A-E869-4148-BEDA-C1CB70D866ED}" destId="{69E548EE-5F42-4E63-8CBD-C5BA16E0D601}" srcOrd="0" destOrd="0" presId="urn:microsoft.com/office/officeart/2005/8/layout/hProcess11"/>
    <dgm:cxn modelId="{66477AF4-5555-44FB-A75F-46F94C124951}" type="presParOf" srcId="{BA601C8A-E869-4148-BEDA-C1CB70D866ED}" destId="{F1782529-8664-4316-A003-B23BA93BD9E8}" srcOrd="1" destOrd="0" presId="urn:microsoft.com/office/officeart/2005/8/layout/hProcess11"/>
    <dgm:cxn modelId="{1693A079-DB80-48B3-80FC-3961B005138B}" type="presParOf" srcId="{F1782529-8664-4316-A003-B23BA93BD9E8}" destId="{F460F63A-3C23-4956-9539-D74555087014}" srcOrd="0" destOrd="0" presId="urn:microsoft.com/office/officeart/2005/8/layout/hProcess11"/>
    <dgm:cxn modelId="{D73D4BF5-0DB2-4734-BE5A-64FCD9226FA4}" type="presParOf" srcId="{F460F63A-3C23-4956-9539-D74555087014}" destId="{D49640BA-03A9-436D-9D4A-7BC0789A03BB}" srcOrd="0" destOrd="0" presId="urn:microsoft.com/office/officeart/2005/8/layout/hProcess11"/>
    <dgm:cxn modelId="{9010B843-E4E8-4453-B671-8AA90342515D}" type="presParOf" srcId="{F460F63A-3C23-4956-9539-D74555087014}" destId="{28E4ECDF-46D9-444C-8C0A-CF66FD46C68B}" srcOrd="1" destOrd="0" presId="urn:microsoft.com/office/officeart/2005/8/layout/hProcess11"/>
    <dgm:cxn modelId="{119AF7C3-6440-43A6-9D07-BCDDCF846379}" type="presParOf" srcId="{F460F63A-3C23-4956-9539-D74555087014}" destId="{F192E606-4F9B-431F-BF37-071D3780EAE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4D20F1E-F605-484D-8277-98A0DEB66C01}" type="doc">
      <dgm:prSet loTypeId="urn:microsoft.com/office/officeart/2005/8/layout/vList5" loCatId="list" qsTypeId="urn:microsoft.com/office/officeart/2005/8/quickstyle/3d4" qsCatId="3D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65E10FB4-FA6E-41DC-97E4-2519B58ABC38}">
      <dgm:prSet phldrT="[Texte]" custT="1"/>
      <dgm:spPr/>
      <dgm:t>
        <a:bodyPr anchor="ctr"/>
        <a:lstStyle/>
        <a:p>
          <a:pPr algn="ctr"/>
          <a:r>
            <a:rPr lang="fr-FR" sz="1400" b="1" dirty="0" err="1">
              <a:solidFill>
                <a:schemeClr val="accent5">
                  <a:lumMod val="75000"/>
                </a:schemeClr>
              </a:solidFill>
            </a:rPr>
            <a:t>Product_id</a:t>
          </a:r>
          <a:endParaRPr lang="fr-FR" sz="1400" b="1" dirty="0">
            <a:solidFill>
              <a:schemeClr val="accent5">
                <a:lumMod val="75000"/>
              </a:schemeClr>
            </a:solidFill>
          </a:endParaRPr>
        </a:p>
      </dgm:t>
    </dgm:pt>
    <dgm:pt modelId="{15A2CA2E-8A26-4583-BEFF-2ED4D17A57C8}" type="parTrans" cxnId="{3C71FE42-9F25-4106-A3C0-D7BB26B70B23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9BB9C042-B2AB-4332-84BD-45A8016C4CAE}" type="sibTrans" cxnId="{3C71FE42-9F25-4106-A3C0-D7BB26B70B23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74093BFC-7842-469A-A0C5-C973B0758C7D}">
      <dgm:prSet phldrT="[Texte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dgm:style>
      </dgm:prSet>
      <dgm:spPr>
        <a:noFill/>
        <a:ln>
          <a:noFill/>
        </a:ln>
      </dgm:spPr>
      <dgm:t>
        <a:bodyPr anchor="ctr"/>
        <a:lstStyle/>
        <a:p>
          <a:pPr algn="l"/>
          <a:endParaRPr lang="fr-FR" sz="1200" b="0" dirty="0"/>
        </a:p>
      </dgm:t>
    </dgm:pt>
    <dgm:pt modelId="{CC104A29-8501-4888-AACD-3296C3106C9A}" type="sibTrans" cxnId="{443D1191-D775-41C0-A6A7-59C7EBABF219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67AA5A06-81A9-4B77-8299-455C85D66A4C}" type="parTrans" cxnId="{443D1191-D775-41C0-A6A7-59C7EBABF219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CFA05D18-7F99-4FBD-81DA-46EE877FCE3C}">
      <dgm:prSet phldrT="[Texte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dgm:style>
      </dgm:prSet>
      <dgm:spPr>
        <a:noFill/>
        <a:ln>
          <a:noFill/>
        </a:ln>
      </dgm:spPr>
      <dgm:t>
        <a:bodyPr anchor="ctr"/>
        <a:lstStyle/>
        <a:p>
          <a:pPr algn="l"/>
          <a:endParaRPr lang="fr-FR" sz="1200" b="0" dirty="0"/>
        </a:p>
      </dgm:t>
    </dgm:pt>
    <dgm:pt modelId="{9EABC75B-ACFD-4072-966B-D8A7E39B2E33}" type="parTrans" cxnId="{92407F5C-7B44-44A1-A696-EC9973DF8E47}">
      <dgm:prSet/>
      <dgm:spPr/>
      <dgm:t>
        <a:bodyPr/>
        <a:lstStyle/>
        <a:p>
          <a:endParaRPr lang="fr-FR"/>
        </a:p>
      </dgm:t>
    </dgm:pt>
    <dgm:pt modelId="{B2679C0A-6A04-4E3B-B84E-94BBDFF120A9}" type="sibTrans" cxnId="{92407F5C-7B44-44A1-A696-EC9973DF8E47}">
      <dgm:prSet/>
      <dgm:spPr/>
      <dgm:t>
        <a:bodyPr/>
        <a:lstStyle/>
        <a:p>
          <a:endParaRPr lang="fr-FR"/>
        </a:p>
      </dgm:t>
    </dgm:pt>
    <dgm:pt modelId="{E203CD4E-CFF4-4190-B613-12A9FF3C94C4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dgm:style>
      </dgm:prSet>
      <dgm:spPr>
        <a:noFill/>
        <a:ln>
          <a:noFill/>
        </a:ln>
      </dgm:spPr>
      <dgm:t>
        <a:bodyPr/>
        <a:lstStyle/>
        <a:p>
          <a:pPr algn="l"/>
          <a:r>
            <a:rPr lang="fr-FR" sz="1200" dirty="0"/>
            <a:t>Aucun </a:t>
          </a:r>
          <a:r>
            <a:rPr lang="fr-FR" sz="1200" b="1" dirty="0"/>
            <a:t>doublon</a:t>
          </a:r>
          <a:r>
            <a:rPr lang="fr-FR" sz="1200" dirty="0"/>
            <a:t> détecté</a:t>
          </a:r>
          <a:endParaRPr lang="fr-FR" sz="1200" b="0" dirty="0"/>
        </a:p>
      </dgm:t>
    </dgm:pt>
    <dgm:pt modelId="{B0F6267D-689E-4952-9D13-569E330F9439}" type="parTrans" cxnId="{03648203-039C-4E2D-A6CB-13377961759E}">
      <dgm:prSet/>
      <dgm:spPr/>
      <dgm:t>
        <a:bodyPr/>
        <a:lstStyle/>
        <a:p>
          <a:endParaRPr lang="fr-FR"/>
        </a:p>
      </dgm:t>
    </dgm:pt>
    <dgm:pt modelId="{7E3DC551-E90E-4B06-874A-7A9F864EE54A}" type="sibTrans" cxnId="{03648203-039C-4E2D-A6CB-13377961759E}">
      <dgm:prSet/>
      <dgm:spPr/>
      <dgm:t>
        <a:bodyPr/>
        <a:lstStyle/>
        <a:p>
          <a:endParaRPr lang="fr-FR"/>
        </a:p>
      </dgm:t>
    </dgm:pt>
    <dgm:pt modelId="{DD9B48E7-C791-4743-95C0-B79B111C2503}">
      <dgm:prSet phldrT="[Texte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dgm:style>
      </dgm:prSet>
      <dgm:spPr>
        <a:noFill/>
        <a:ln>
          <a:noFill/>
        </a:ln>
      </dgm:spPr>
      <dgm:t>
        <a:bodyPr anchor="ctr"/>
        <a:lstStyle/>
        <a:p>
          <a:pPr algn="l"/>
          <a:r>
            <a:rPr lang="fr-FR" sz="1200" b="0" dirty="0"/>
            <a:t>Aucune valeur </a:t>
          </a:r>
          <a:r>
            <a:rPr lang="fr-FR" sz="1200" b="1" dirty="0"/>
            <a:t>manquante</a:t>
          </a:r>
        </a:p>
      </dgm:t>
    </dgm:pt>
    <dgm:pt modelId="{3EF33D8B-B6FC-4170-87FD-E631BB7B1943}" type="parTrans" cxnId="{4AEF9F26-7166-47A2-B3ED-B55D274412A6}">
      <dgm:prSet/>
      <dgm:spPr/>
      <dgm:t>
        <a:bodyPr/>
        <a:lstStyle/>
        <a:p>
          <a:endParaRPr lang="fr-FR"/>
        </a:p>
      </dgm:t>
    </dgm:pt>
    <dgm:pt modelId="{BDC1F74F-E2B0-4EF7-8839-865C7F634B68}" type="sibTrans" cxnId="{4AEF9F26-7166-47A2-B3ED-B55D274412A6}">
      <dgm:prSet/>
      <dgm:spPr/>
      <dgm:t>
        <a:bodyPr/>
        <a:lstStyle/>
        <a:p>
          <a:endParaRPr lang="fr-FR"/>
        </a:p>
      </dgm:t>
    </dgm:pt>
    <dgm:pt modelId="{FD7A6C36-3DEA-4352-9E82-F1719F9A1B84}" type="pres">
      <dgm:prSet presAssocID="{94D20F1E-F605-484D-8277-98A0DEB66C01}" presName="Name0" presStyleCnt="0">
        <dgm:presLayoutVars>
          <dgm:dir/>
          <dgm:animLvl val="lvl"/>
          <dgm:resizeHandles val="exact"/>
        </dgm:presLayoutVars>
      </dgm:prSet>
      <dgm:spPr/>
    </dgm:pt>
    <dgm:pt modelId="{0664F9C1-D820-4533-81A1-BA1DFA2FE2DD}" type="pres">
      <dgm:prSet presAssocID="{65E10FB4-FA6E-41DC-97E4-2519B58ABC38}" presName="linNode" presStyleCnt="0"/>
      <dgm:spPr/>
    </dgm:pt>
    <dgm:pt modelId="{92D9B811-3FF9-4F1A-9F95-915C967433B9}" type="pres">
      <dgm:prSet presAssocID="{65E10FB4-FA6E-41DC-97E4-2519B58ABC38}" presName="parentText" presStyleLbl="node1" presStyleIdx="0" presStyleCnt="1" custScaleY="106770" custLinFactNeighborX="-15" custLinFactNeighborY="1830">
        <dgm:presLayoutVars>
          <dgm:chMax val="1"/>
          <dgm:bulletEnabled val="1"/>
        </dgm:presLayoutVars>
      </dgm:prSet>
      <dgm:spPr/>
    </dgm:pt>
    <dgm:pt modelId="{7AA94065-97BC-423C-9434-55EAEAC6E18F}" type="pres">
      <dgm:prSet presAssocID="{65E10FB4-FA6E-41DC-97E4-2519B58ABC38}" presName="descendantText" presStyleLbl="alignAccFollowNode1" presStyleIdx="0" presStyleCnt="1" custScaleX="104362" custScaleY="154467">
        <dgm:presLayoutVars>
          <dgm:bulletEnabled val="1"/>
        </dgm:presLayoutVars>
      </dgm:prSet>
      <dgm:spPr/>
    </dgm:pt>
  </dgm:ptLst>
  <dgm:cxnLst>
    <dgm:cxn modelId="{03648203-039C-4E2D-A6CB-13377961759E}" srcId="{65E10FB4-FA6E-41DC-97E4-2519B58ABC38}" destId="{E203CD4E-CFF4-4190-B613-12A9FF3C94C4}" srcOrd="2" destOrd="0" parTransId="{B0F6267D-689E-4952-9D13-569E330F9439}" sibTransId="{7E3DC551-E90E-4B06-874A-7A9F864EE54A}"/>
    <dgm:cxn modelId="{7EF53111-15E1-4063-B5C1-CE504F8D7A1E}" type="presOf" srcId="{DD9B48E7-C791-4743-95C0-B79B111C2503}" destId="{7AA94065-97BC-423C-9434-55EAEAC6E18F}" srcOrd="0" destOrd="1" presId="urn:microsoft.com/office/officeart/2005/8/layout/vList5"/>
    <dgm:cxn modelId="{F0C23921-5856-46CF-A6EE-00A9051379F0}" type="presOf" srcId="{94D20F1E-F605-484D-8277-98A0DEB66C01}" destId="{FD7A6C36-3DEA-4352-9E82-F1719F9A1B84}" srcOrd="0" destOrd="0" presId="urn:microsoft.com/office/officeart/2005/8/layout/vList5"/>
    <dgm:cxn modelId="{4AEF9F26-7166-47A2-B3ED-B55D274412A6}" srcId="{65E10FB4-FA6E-41DC-97E4-2519B58ABC38}" destId="{DD9B48E7-C791-4743-95C0-B79B111C2503}" srcOrd="1" destOrd="0" parTransId="{3EF33D8B-B6FC-4170-87FD-E631BB7B1943}" sibTransId="{BDC1F74F-E2B0-4EF7-8839-865C7F634B68}"/>
    <dgm:cxn modelId="{92407F5C-7B44-44A1-A696-EC9973DF8E47}" srcId="{65E10FB4-FA6E-41DC-97E4-2519B58ABC38}" destId="{CFA05D18-7F99-4FBD-81DA-46EE877FCE3C}" srcOrd="3" destOrd="0" parTransId="{9EABC75B-ACFD-4072-966B-D8A7E39B2E33}" sibTransId="{B2679C0A-6A04-4E3B-B84E-94BBDFF120A9}"/>
    <dgm:cxn modelId="{1C50925C-946F-4E24-8642-735F43E5954C}" type="presOf" srcId="{74093BFC-7842-469A-A0C5-C973B0758C7D}" destId="{7AA94065-97BC-423C-9434-55EAEAC6E18F}" srcOrd="0" destOrd="0" presId="urn:microsoft.com/office/officeart/2005/8/layout/vList5"/>
    <dgm:cxn modelId="{F1280E5D-90BA-47D1-98F2-18C5D7F22F0B}" type="presOf" srcId="{65E10FB4-FA6E-41DC-97E4-2519B58ABC38}" destId="{92D9B811-3FF9-4F1A-9F95-915C967433B9}" srcOrd="0" destOrd="0" presId="urn:microsoft.com/office/officeart/2005/8/layout/vList5"/>
    <dgm:cxn modelId="{3C71FE42-9F25-4106-A3C0-D7BB26B70B23}" srcId="{94D20F1E-F605-484D-8277-98A0DEB66C01}" destId="{65E10FB4-FA6E-41DC-97E4-2519B58ABC38}" srcOrd="0" destOrd="0" parTransId="{15A2CA2E-8A26-4583-BEFF-2ED4D17A57C8}" sibTransId="{9BB9C042-B2AB-4332-84BD-45A8016C4CAE}"/>
    <dgm:cxn modelId="{ED55EB7F-327D-43CB-B860-B896ACD19A6E}" type="presOf" srcId="{CFA05D18-7F99-4FBD-81DA-46EE877FCE3C}" destId="{7AA94065-97BC-423C-9434-55EAEAC6E18F}" srcOrd="0" destOrd="3" presId="urn:microsoft.com/office/officeart/2005/8/layout/vList5"/>
    <dgm:cxn modelId="{443D1191-D775-41C0-A6A7-59C7EBABF219}" srcId="{65E10FB4-FA6E-41DC-97E4-2519B58ABC38}" destId="{74093BFC-7842-469A-A0C5-C973B0758C7D}" srcOrd="0" destOrd="0" parTransId="{67AA5A06-81A9-4B77-8299-455C85D66A4C}" sibTransId="{CC104A29-8501-4888-AACD-3296C3106C9A}"/>
    <dgm:cxn modelId="{51B174C4-DF66-45DF-A7AD-C3750BCA4529}" type="presOf" srcId="{E203CD4E-CFF4-4190-B613-12A9FF3C94C4}" destId="{7AA94065-97BC-423C-9434-55EAEAC6E18F}" srcOrd="0" destOrd="2" presId="urn:microsoft.com/office/officeart/2005/8/layout/vList5"/>
    <dgm:cxn modelId="{E43AF333-61C4-440F-9B77-37538F807213}" type="presParOf" srcId="{FD7A6C36-3DEA-4352-9E82-F1719F9A1B84}" destId="{0664F9C1-D820-4533-81A1-BA1DFA2FE2DD}" srcOrd="0" destOrd="0" presId="urn:microsoft.com/office/officeart/2005/8/layout/vList5"/>
    <dgm:cxn modelId="{4A4879BE-6FA2-4EC0-8626-21E2C0EA5605}" type="presParOf" srcId="{0664F9C1-D820-4533-81A1-BA1DFA2FE2DD}" destId="{92D9B811-3FF9-4F1A-9F95-915C967433B9}" srcOrd="0" destOrd="0" presId="urn:microsoft.com/office/officeart/2005/8/layout/vList5"/>
    <dgm:cxn modelId="{FCE90287-02AE-4019-AEF3-D24C32C91E7F}" type="presParOf" srcId="{0664F9C1-D820-4533-81A1-BA1DFA2FE2DD}" destId="{7AA94065-97BC-423C-9434-55EAEAC6E18F}" srcOrd="1" destOrd="0" presId="urn:microsoft.com/office/officeart/2005/8/layout/vList5"/>
  </dgm:cxnLst>
  <dgm:bg>
    <a:solidFill>
      <a:schemeClr val="bg1"/>
    </a:solidFill>
  </dgm:bg>
  <dgm:whole>
    <a:ln>
      <a:solidFill>
        <a:schemeClr val="accent5"/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4D20F1E-F605-484D-8277-98A0DEB66C01}" type="doc">
      <dgm:prSet loTypeId="urn:microsoft.com/office/officeart/2005/8/layout/vList5" loCatId="list" qsTypeId="urn:microsoft.com/office/officeart/2005/8/quickstyle/3d4" qsCatId="3D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65E10FB4-FA6E-41DC-97E4-2519B58ABC38}">
      <dgm:prSet phldrT="[Texte]" custT="1"/>
      <dgm:spPr/>
      <dgm:t>
        <a:bodyPr anchor="ctr"/>
        <a:lstStyle/>
        <a:p>
          <a:pPr algn="ctr"/>
          <a:r>
            <a:rPr lang="fr-FR" sz="1400" b="1" dirty="0" err="1">
              <a:solidFill>
                <a:schemeClr val="accent5">
                  <a:lumMod val="75000"/>
                </a:schemeClr>
              </a:solidFill>
            </a:rPr>
            <a:t>Id_web</a:t>
          </a:r>
          <a:endParaRPr lang="fr-FR" sz="1400" b="1" dirty="0">
            <a:solidFill>
              <a:schemeClr val="accent5">
                <a:lumMod val="75000"/>
              </a:schemeClr>
            </a:solidFill>
          </a:endParaRPr>
        </a:p>
      </dgm:t>
    </dgm:pt>
    <dgm:pt modelId="{15A2CA2E-8A26-4583-BEFF-2ED4D17A57C8}" type="parTrans" cxnId="{3C71FE42-9F25-4106-A3C0-D7BB26B70B23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9BB9C042-B2AB-4332-84BD-45A8016C4CAE}" type="sibTrans" cxnId="{3C71FE42-9F25-4106-A3C0-D7BB26B70B23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74093BFC-7842-469A-A0C5-C973B0758C7D}">
      <dgm:prSet phldrT="[Texte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 anchor="ctr"/>
        <a:lstStyle/>
        <a:p>
          <a:pPr algn="l"/>
          <a:r>
            <a:rPr lang="fr-FR" sz="1200" dirty="0"/>
            <a:t>Aucun </a:t>
          </a:r>
          <a:r>
            <a:rPr lang="fr-FR" sz="1200" b="1" dirty="0"/>
            <a:t>doublon</a:t>
          </a:r>
          <a:r>
            <a:rPr lang="fr-FR" sz="1200" dirty="0"/>
            <a:t> détecté</a:t>
          </a:r>
          <a:endParaRPr lang="fr-FR" sz="1200" b="0" dirty="0"/>
        </a:p>
      </dgm:t>
    </dgm:pt>
    <dgm:pt modelId="{CC104A29-8501-4888-AACD-3296C3106C9A}" type="sibTrans" cxnId="{443D1191-D775-41C0-A6A7-59C7EBABF219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67AA5A06-81A9-4B77-8299-455C85D66A4C}" type="parTrans" cxnId="{443D1191-D775-41C0-A6A7-59C7EBABF219}">
      <dgm:prSet/>
      <dgm:spPr/>
      <dgm:t>
        <a:bodyPr/>
        <a:lstStyle/>
        <a:p>
          <a:endParaRPr lang="fr-FR" sz="1200">
            <a:solidFill>
              <a:schemeClr val="tx1"/>
            </a:solidFill>
          </a:endParaRPr>
        </a:p>
      </dgm:t>
    </dgm:pt>
    <dgm:pt modelId="{CFA05D18-7F99-4FBD-81DA-46EE877FCE3C}">
      <dgm:prSet phldrT="[Texte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</a:ln>
      </dgm:spPr>
      <dgm:t>
        <a:bodyPr/>
        <a:lstStyle/>
        <a:p>
          <a:pPr algn="l"/>
          <a:r>
            <a:rPr lang="fr-FR" sz="1200" dirty="0"/>
            <a:t>91 lignes contiennent des valeurs non renseignées (NaN).</a:t>
          </a:r>
          <a:endParaRPr lang="fr-FR" sz="1200" b="0" dirty="0"/>
        </a:p>
      </dgm:t>
    </dgm:pt>
    <dgm:pt modelId="{9EABC75B-ACFD-4072-966B-D8A7E39B2E33}" type="parTrans" cxnId="{92407F5C-7B44-44A1-A696-EC9973DF8E47}">
      <dgm:prSet/>
      <dgm:spPr/>
      <dgm:t>
        <a:bodyPr/>
        <a:lstStyle/>
        <a:p>
          <a:endParaRPr lang="fr-FR"/>
        </a:p>
      </dgm:t>
    </dgm:pt>
    <dgm:pt modelId="{B2679C0A-6A04-4E3B-B84E-94BBDFF120A9}" type="sibTrans" cxnId="{92407F5C-7B44-44A1-A696-EC9973DF8E47}">
      <dgm:prSet/>
      <dgm:spPr/>
      <dgm:t>
        <a:bodyPr/>
        <a:lstStyle/>
        <a:p>
          <a:endParaRPr lang="fr-FR"/>
        </a:p>
      </dgm:t>
    </dgm:pt>
    <dgm:pt modelId="{FD7A6C36-3DEA-4352-9E82-F1719F9A1B84}" type="pres">
      <dgm:prSet presAssocID="{94D20F1E-F605-484D-8277-98A0DEB66C01}" presName="Name0" presStyleCnt="0">
        <dgm:presLayoutVars>
          <dgm:dir/>
          <dgm:animLvl val="lvl"/>
          <dgm:resizeHandles val="exact"/>
        </dgm:presLayoutVars>
      </dgm:prSet>
      <dgm:spPr/>
    </dgm:pt>
    <dgm:pt modelId="{0664F9C1-D820-4533-81A1-BA1DFA2FE2DD}" type="pres">
      <dgm:prSet presAssocID="{65E10FB4-FA6E-41DC-97E4-2519B58ABC38}" presName="linNode" presStyleCnt="0"/>
      <dgm:spPr/>
    </dgm:pt>
    <dgm:pt modelId="{92D9B811-3FF9-4F1A-9F95-915C967433B9}" type="pres">
      <dgm:prSet presAssocID="{65E10FB4-FA6E-41DC-97E4-2519B58ABC38}" presName="parentText" presStyleLbl="node1" presStyleIdx="0" presStyleCnt="1" custScaleY="106770" custLinFactNeighborX="-15" custLinFactNeighborY="1830">
        <dgm:presLayoutVars>
          <dgm:chMax val="1"/>
          <dgm:bulletEnabled val="1"/>
        </dgm:presLayoutVars>
      </dgm:prSet>
      <dgm:spPr/>
    </dgm:pt>
    <dgm:pt modelId="{7AA94065-97BC-423C-9434-55EAEAC6E18F}" type="pres">
      <dgm:prSet presAssocID="{65E10FB4-FA6E-41DC-97E4-2519B58ABC38}" presName="descendantText" presStyleLbl="alignAccFollowNode1" presStyleIdx="0" presStyleCnt="1" custScaleX="104362" custScaleY="154467">
        <dgm:presLayoutVars>
          <dgm:bulletEnabled val="1"/>
        </dgm:presLayoutVars>
      </dgm:prSet>
      <dgm:spPr/>
    </dgm:pt>
  </dgm:ptLst>
  <dgm:cxnLst>
    <dgm:cxn modelId="{F0C23921-5856-46CF-A6EE-00A9051379F0}" type="presOf" srcId="{94D20F1E-F605-484D-8277-98A0DEB66C01}" destId="{FD7A6C36-3DEA-4352-9E82-F1719F9A1B84}" srcOrd="0" destOrd="0" presId="urn:microsoft.com/office/officeart/2005/8/layout/vList5"/>
    <dgm:cxn modelId="{92407F5C-7B44-44A1-A696-EC9973DF8E47}" srcId="{65E10FB4-FA6E-41DC-97E4-2519B58ABC38}" destId="{CFA05D18-7F99-4FBD-81DA-46EE877FCE3C}" srcOrd="1" destOrd="0" parTransId="{9EABC75B-ACFD-4072-966B-D8A7E39B2E33}" sibTransId="{B2679C0A-6A04-4E3B-B84E-94BBDFF120A9}"/>
    <dgm:cxn modelId="{1C50925C-946F-4E24-8642-735F43E5954C}" type="presOf" srcId="{74093BFC-7842-469A-A0C5-C973B0758C7D}" destId="{7AA94065-97BC-423C-9434-55EAEAC6E18F}" srcOrd="0" destOrd="0" presId="urn:microsoft.com/office/officeart/2005/8/layout/vList5"/>
    <dgm:cxn modelId="{F1280E5D-90BA-47D1-98F2-18C5D7F22F0B}" type="presOf" srcId="{65E10FB4-FA6E-41DC-97E4-2519B58ABC38}" destId="{92D9B811-3FF9-4F1A-9F95-915C967433B9}" srcOrd="0" destOrd="0" presId="urn:microsoft.com/office/officeart/2005/8/layout/vList5"/>
    <dgm:cxn modelId="{3C71FE42-9F25-4106-A3C0-D7BB26B70B23}" srcId="{94D20F1E-F605-484D-8277-98A0DEB66C01}" destId="{65E10FB4-FA6E-41DC-97E4-2519B58ABC38}" srcOrd="0" destOrd="0" parTransId="{15A2CA2E-8A26-4583-BEFF-2ED4D17A57C8}" sibTransId="{9BB9C042-B2AB-4332-84BD-45A8016C4CAE}"/>
    <dgm:cxn modelId="{ED55EB7F-327D-43CB-B860-B896ACD19A6E}" type="presOf" srcId="{CFA05D18-7F99-4FBD-81DA-46EE877FCE3C}" destId="{7AA94065-97BC-423C-9434-55EAEAC6E18F}" srcOrd="0" destOrd="1" presId="urn:microsoft.com/office/officeart/2005/8/layout/vList5"/>
    <dgm:cxn modelId="{443D1191-D775-41C0-A6A7-59C7EBABF219}" srcId="{65E10FB4-FA6E-41DC-97E4-2519B58ABC38}" destId="{74093BFC-7842-469A-A0C5-C973B0758C7D}" srcOrd="0" destOrd="0" parTransId="{67AA5A06-81A9-4B77-8299-455C85D66A4C}" sibTransId="{CC104A29-8501-4888-AACD-3296C3106C9A}"/>
    <dgm:cxn modelId="{E43AF333-61C4-440F-9B77-37538F807213}" type="presParOf" srcId="{FD7A6C36-3DEA-4352-9E82-F1719F9A1B84}" destId="{0664F9C1-D820-4533-81A1-BA1DFA2FE2DD}" srcOrd="0" destOrd="0" presId="urn:microsoft.com/office/officeart/2005/8/layout/vList5"/>
    <dgm:cxn modelId="{4A4879BE-6FA2-4EC0-8626-21E2C0EA5605}" type="presParOf" srcId="{0664F9C1-D820-4533-81A1-BA1DFA2FE2DD}" destId="{92D9B811-3FF9-4F1A-9F95-915C967433B9}" srcOrd="0" destOrd="0" presId="urn:microsoft.com/office/officeart/2005/8/layout/vList5"/>
    <dgm:cxn modelId="{FCE90287-02AE-4019-AEF3-D24C32C91E7F}" type="presParOf" srcId="{0664F9C1-D820-4533-81A1-BA1DFA2FE2DD}" destId="{7AA94065-97BC-423C-9434-55EAEAC6E18F}" srcOrd="1" destOrd="0" presId="urn:microsoft.com/office/officeart/2005/8/layout/vList5"/>
  </dgm:cxnLst>
  <dgm:bg>
    <a:solidFill>
      <a:schemeClr val="bg1"/>
    </a:solidFill>
  </dgm:bg>
  <dgm:whole>
    <a:ln>
      <a:solidFill>
        <a:schemeClr val="accent5"/>
      </a:solidFill>
    </a:ln>
  </dgm:whole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ACF1B4F-A9B1-479F-8B57-B6DF9EF26D64}" type="doc">
      <dgm:prSet loTypeId="urn:microsoft.com/office/officeart/2005/8/layout/vProcess5" loCatId="process" qsTypeId="urn:microsoft.com/office/officeart/2005/8/quickstyle/simple5" qsCatId="simple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6F4A960D-AC07-4101-89BA-CA81D0F2F120}">
      <dgm:prSet custT="1"/>
      <dgm:spPr/>
      <dgm:t>
        <a:bodyPr/>
        <a:lstStyle/>
        <a:p>
          <a:pPr algn="l"/>
          <a:r>
            <a:rPr lang="fr-FR" sz="1200" b="1" dirty="0"/>
            <a:t>Fichier Web :</a:t>
          </a:r>
          <a:r>
            <a:rPr lang="fr-FR" sz="1200" dirty="0"/>
            <a:t> dans la colonne </a:t>
          </a:r>
          <a:r>
            <a:rPr lang="fr-FR" sz="1200" i="1" dirty="0" err="1"/>
            <a:t>sku</a:t>
          </a:r>
          <a:r>
            <a:rPr lang="fr-FR" sz="1200" dirty="0"/>
            <a:t>, il a fallu identifier les lignes à supprimer afin d’éliminer les doublons.</a:t>
          </a:r>
        </a:p>
      </dgm:t>
    </dgm:pt>
    <dgm:pt modelId="{6B6CAC36-D281-460D-BF19-F5F21620A3EC}" type="parTrans" cxnId="{1E017794-2640-4B23-9E8F-F064EC1D229F}">
      <dgm:prSet/>
      <dgm:spPr/>
      <dgm:t>
        <a:bodyPr/>
        <a:lstStyle/>
        <a:p>
          <a:endParaRPr lang="fr-FR"/>
        </a:p>
      </dgm:t>
    </dgm:pt>
    <dgm:pt modelId="{7183DE2B-067F-4037-B416-404DB8149CCA}" type="sibTrans" cxnId="{1E017794-2640-4B23-9E8F-F064EC1D229F}">
      <dgm:prSet/>
      <dgm:spPr/>
      <dgm:t>
        <a:bodyPr/>
        <a:lstStyle/>
        <a:p>
          <a:endParaRPr lang="fr-FR"/>
        </a:p>
      </dgm:t>
    </dgm:pt>
    <dgm:pt modelId="{7C6D68EF-ACB7-4CDB-BC57-35CD7B3E4CFC}">
      <dgm:prSet custT="1"/>
      <dgm:spPr/>
      <dgm:t>
        <a:bodyPr/>
        <a:lstStyle/>
        <a:p>
          <a:pPr algn="ctr"/>
          <a:r>
            <a:rPr lang="fr-FR" sz="1200" b="1" dirty="0"/>
            <a:t>Fichier ERP :</a:t>
          </a:r>
          <a:r>
            <a:rPr lang="fr-FR" sz="1200" dirty="0"/>
            <a:t> présence de valeurs négatives dans les colonnes </a:t>
          </a:r>
          <a:r>
            <a:rPr lang="fr-FR" sz="1200" i="1" dirty="0"/>
            <a:t>prix</a:t>
          </a:r>
          <a:r>
            <a:rPr lang="fr-FR" sz="1200" dirty="0"/>
            <a:t> et </a:t>
          </a:r>
          <a:r>
            <a:rPr lang="fr-FR" sz="1200" i="1" dirty="0"/>
            <a:t>quantités de stock</a:t>
          </a:r>
          <a:r>
            <a:rPr lang="fr-FR" sz="1200" dirty="0"/>
            <a:t>, Ce qui a nécessité de définir les valeurs à utiliser pour les corriger.</a:t>
          </a:r>
          <a:endParaRPr lang="fr-FR" sz="1200" b="0" i="0" dirty="0"/>
        </a:p>
      </dgm:t>
    </dgm:pt>
    <dgm:pt modelId="{5558D630-6620-4CEC-A51B-6B10CB8BBECB}" type="parTrans" cxnId="{161C5081-A39A-4DA5-93A1-3AD8D97B9FBC}">
      <dgm:prSet/>
      <dgm:spPr/>
      <dgm:t>
        <a:bodyPr/>
        <a:lstStyle/>
        <a:p>
          <a:endParaRPr lang="fr-FR"/>
        </a:p>
      </dgm:t>
    </dgm:pt>
    <dgm:pt modelId="{52C81B53-60B9-4EF3-851F-3783B25EC310}" type="sibTrans" cxnId="{161C5081-A39A-4DA5-93A1-3AD8D97B9FBC}">
      <dgm:prSet/>
      <dgm:spPr/>
      <dgm:t>
        <a:bodyPr/>
        <a:lstStyle/>
        <a:p>
          <a:endParaRPr lang="fr-FR"/>
        </a:p>
      </dgm:t>
    </dgm:pt>
    <dgm:pt modelId="{40638D25-EDC3-4F99-A743-552CFCF72BA9}">
      <dgm:prSet custT="1">
        <dgm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dgm:style>
      </dgm:prSet>
      <dgm:spPr>
        <a:ln>
          <a:noFill/>
        </a:ln>
      </dgm:spPr>
      <dgm:t>
        <a:bodyPr/>
        <a:lstStyle/>
        <a:p>
          <a:pPr algn="ctr"/>
          <a:r>
            <a:rPr lang="fr-FR" sz="1400" b="1" u="none" dirty="0">
              <a:solidFill>
                <a:schemeClr val="bg1"/>
              </a:solidFill>
            </a:rPr>
            <a:t>Pièges et difficultés</a:t>
          </a:r>
        </a:p>
      </dgm:t>
    </dgm:pt>
    <dgm:pt modelId="{597BB8FF-D9B8-4CBD-BCBC-AA437C6ADEC4}" type="sibTrans" cxnId="{7FBCBA3F-ADEF-4BC1-938C-894DE8209216}">
      <dgm:prSet/>
      <dgm:spPr/>
      <dgm:t>
        <a:bodyPr/>
        <a:lstStyle/>
        <a:p>
          <a:endParaRPr lang="fr-FR" dirty="0"/>
        </a:p>
      </dgm:t>
    </dgm:pt>
    <dgm:pt modelId="{F4243C75-A92E-41F4-8BC5-A665517BE240}" type="parTrans" cxnId="{7FBCBA3F-ADEF-4BC1-938C-894DE8209216}">
      <dgm:prSet/>
      <dgm:spPr/>
      <dgm:t>
        <a:bodyPr/>
        <a:lstStyle/>
        <a:p>
          <a:endParaRPr lang="fr-FR"/>
        </a:p>
      </dgm:t>
    </dgm:pt>
    <dgm:pt modelId="{95BE1DBB-CDDB-4335-89D0-FFFFF41D65F1}" type="pres">
      <dgm:prSet presAssocID="{8ACF1B4F-A9B1-479F-8B57-B6DF9EF26D64}" presName="outerComposite" presStyleCnt="0">
        <dgm:presLayoutVars>
          <dgm:chMax val="5"/>
          <dgm:dir/>
          <dgm:resizeHandles val="exact"/>
        </dgm:presLayoutVars>
      </dgm:prSet>
      <dgm:spPr/>
    </dgm:pt>
    <dgm:pt modelId="{39F95C64-38D3-4999-B4DF-EF379872B68B}" type="pres">
      <dgm:prSet presAssocID="{8ACF1B4F-A9B1-479F-8B57-B6DF9EF26D64}" presName="dummyMaxCanvas" presStyleCnt="0">
        <dgm:presLayoutVars/>
      </dgm:prSet>
      <dgm:spPr/>
    </dgm:pt>
    <dgm:pt modelId="{06A9898D-6CEE-410A-BCE6-395EF671833E}" type="pres">
      <dgm:prSet presAssocID="{8ACF1B4F-A9B1-479F-8B57-B6DF9EF26D64}" presName="ThreeNodes_1" presStyleLbl="node1" presStyleIdx="0" presStyleCnt="3" custScaleX="25923" custScaleY="74049" custLinFactNeighborX="11361" custLinFactNeighborY="-8599">
        <dgm:presLayoutVars>
          <dgm:bulletEnabled val="1"/>
        </dgm:presLayoutVars>
      </dgm:prSet>
      <dgm:spPr/>
    </dgm:pt>
    <dgm:pt modelId="{6FB21693-387E-44B7-B5DF-4026DF8FCBB7}" type="pres">
      <dgm:prSet presAssocID="{8ACF1B4F-A9B1-479F-8B57-B6DF9EF26D64}" presName="ThreeNodes_2" presStyleLbl="node1" presStyleIdx="1" presStyleCnt="3" custScaleX="112912" custLinFactNeighborX="3676" custLinFactNeighborY="-16927">
        <dgm:presLayoutVars>
          <dgm:bulletEnabled val="1"/>
        </dgm:presLayoutVars>
      </dgm:prSet>
      <dgm:spPr/>
    </dgm:pt>
    <dgm:pt modelId="{D1B37CCB-195E-47DD-8998-F19B96FA2143}" type="pres">
      <dgm:prSet presAssocID="{8ACF1B4F-A9B1-479F-8B57-B6DF9EF26D64}" presName="ThreeNodes_3" presStyleLbl="node1" presStyleIdx="2" presStyleCnt="3" custScaleX="109646" custScaleY="77083" custLinFactNeighborX="-3367" custLinFactNeighborY="-13079">
        <dgm:presLayoutVars>
          <dgm:bulletEnabled val="1"/>
        </dgm:presLayoutVars>
      </dgm:prSet>
      <dgm:spPr/>
    </dgm:pt>
    <dgm:pt modelId="{AE1487ED-8965-4242-B3F5-6E68A46EA3F6}" type="pres">
      <dgm:prSet presAssocID="{8ACF1B4F-A9B1-479F-8B57-B6DF9EF26D64}" presName="ThreeConn_1-2" presStyleLbl="fgAccFollowNode1" presStyleIdx="0" presStyleCnt="2" custScaleY="102453" custLinFactX="-247636" custLinFactNeighborX="-300000" custLinFactNeighborY="-38211">
        <dgm:presLayoutVars>
          <dgm:bulletEnabled val="1"/>
        </dgm:presLayoutVars>
      </dgm:prSet>
      <dgm:spPr/>
    </dgm:pt>
    <dgm:pt modelId="{DA1B903E-04C1-49E8-B8E1-789CCB064812}" type="pres">
      <dgm:prSet presAssocID="{8ACF1B4F-A9B1-479F-8B57-B6DF9EF26D64}" presName="ThreeConn_2-3" presStyleLbl="fgAccFollowNode1" presStyleIdx="1" presStyleCnt="2" custLinFactX="-200000" custLinFactNeighborX="-272559" custLinFactNeighborY="-30394">
        <dgm:presLayoutVars>
          <dgm:bulletEnabled val="1"/>
        </dgm:presLayoutVars>
      </dgm:prSet>
      <dgm:spPr/>
    </dgm:pt>
    <dgm:pt modelId="{B8263ED8-4712-41A8-B613-059A330EED21}" type="pres">
      <dgm:prSet presAssocID="{8ACF1B4F-A9B1-479F-8B57-B6DF9EF26D64}" presName="ThreeNodes_1_text" presStyleLbl="node1" presStyleIdx="2" presStyleCnt="3">
        <dgm:presLayoutVars>
          <dgm:bulletEnabled val="1"/>
        </dgm:presLayoutVars>
      </dgm:prSet>
      <dgm:spPr/>
    </dgm:pt>
    <dgm:pt modelId="{FF741610-7CF4-409F-9D1F-3C61191F6AAC}" type="pres">
      <dgm:prSet presAssocID="{8ACF1B4F-A9B1-479F-8B57-B6DF9EF26D64}" presName="ThreeNodes_2_text" presStyleLbl="node1" presStyleIdx="2" presStyleCnt="3">
        <dgm:presLayoutVars>
          <dgm:bulletEnabled val="1"/>
        </dgm:presLayoutVars>
      </dgm:prSet>
      <dgm:spPr/>
    </dgm:pt>
    <dgm:pt modelId="{AB3687CE-31D6-443A-A7AF-95F223296F10}" type="pres">
      <dgm:prSet presAssocID="{8ACF1B4F-A9B1-479F-8B57-B6DF9EF26D6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AC713732-4E85-42B8-878C-8F8C5DD00C23}" type="presOf" srcId="{7C6D68EF-ACB7-4CDB-BC57-35CD7B3E4CFC}" destId="{FF741610-7CF4-409F-9D1F-3C61191F6AAC}" srcOrd="1" destOrd="0" presId="urn:microsoft.com/office/officeart/2005/8/layout/vProcess5"/>
    <dgm:cxn modelId="{300E9438-FA46-4378-92FA-110ABC5BCF21}" type="presOf" srcId="{52C81B53-60B9-4EF3-851F-3783B25EC310}" destId="{DA1B903E-04C1-49E8-B8E1-789CCB064812}" srcOrd="0" destOrd="0" presId="urn:microsoft.com/office/officeart/2005/8/layout/vProcess5"/>
    <dgm:cxn modelId="{7FBCBA3F-ADEF-4BC1-938C-894DE8209216}" srcId="{8ACF1B4F-A9B1-479F-8B57-B6DF9EF26D64}" destId="{40638D25-EDC3-4F99-A743-552CFCF72BA9}" srcOrd="0" destOrd="0" parTransId="{F4243C75-A92E-41F4-8BC5-A665517BE240}" sibTransId="{597BB8FF-D9B8-4CBD-BCBC-AA437C6ADEC4}"/>
    <dgm:cxn modelId="{35D59C46-764D-4945-A281-73D3B9E5C356}" type="presOf" srcId="{6F4A960D-AC07-4101-89BA-CA81D0F2F120}" destId="{D1B37CCB-195E-47DD-8998-F19B96FA2143}" srcOrd="0" destOrd="0" presId="urn:microsoft.com/office/officeart/2005/8/layout/vProcess5"/>
    <dgm:cxn modelId="{A2A76248-7D90-457B-B2B3-59D3AF54A542}" type="presOf" srcId="{8ACF1B4F-A9B1-479F-8B57-B6DF9EF26D64}" destId="{95BE1DBB-CDDB-4335-89D0-FFFFF41D65F1}" srcOrd="0" destOrd="0" presId="urn:microsoft.com/office/officeart/2005/8/layout/vProcess5"/>
    <dgm:cxn modelId="{49AAF55A-8F36-434B-9361-FC77B819C1FC}" type="presOf" srcId="{40638D25-EDC3-4F99-A743-552CFCF72BA9}" destId="{B8263ED8-4712-41A8-B613-059A330EED21}" srcOrd="1" destOrd="0" presId="urn:microsoft.com/office/officeart/2005/8/layout/vProcess5"/>
    <dgm:cxn modelId="{161C5081-A39A-4DA5-93A1-3AD8D97B9FBC}" srcId="{8ACF1B4F-A9B1-479F-8B57-B6DF9EF26D64}" destId="{7C6D68EF-ACB7-4CDB-BC57-35CD7B3E4CFC}" srcOrd="1" destOrd="0" parTransId="{5558D630-6620-4CEC-A51B-6B10CB8BBECB}" sibTransId="{52C81B53-60B9-4EF3-851F-3783B25EC310}"/>
    <dgm:cxn modelId="{D4993A83-30C6-463B-ABD5-DC7D7521C227}" type="presOf" srcId="{40638D25-EDC3-4F99-A743-552CFCF72BA9}" destId="{06A9898D-6CEE-410A-BCE6-395EF671833E}" srcOrd="0" destOrd="0" presId="urn:microsoft.com/office/officeart/2005/8/layout/vProcess5"/>
    <dgm:cxn modelId="{1E017794-2640-4B23-9E8F-F064EC1D229F}" srcId="{8ACF1B4F-A9B1-479F-8B57-B6DF9EF26D64}" destId="{6F4A960D-AC07-4101-89BA-CA81D0F2F120}" srcOrd="2" destOrd="0" parTransId="{6B6CAC36-D281-460D-BF19-F5F21620A3EC}" sibTransId="{7183DE2B-067F-4037-B416-404DB8149CCA}"/>
    <dgm:cxn modelId="{2A2E03A2-73C2-44D3-8420-D59B100B66B4}" type="presOf" srcId="{6F4A960D-AC07-4101-89BA-CA81D0F2F120}" destId="{AB3687CE-31D6-443A-A7AF-95F223296F10}" srcOrd="1" destOrd="0" presId="urn:microsoft.com/office/officeart/2005/8/layout/vProcess5"/>
    <dgm:cxn modelId="{41B3C3B1-716C-4B8C-A8DD-56B2519F67D2}" type="presOf" srcId="{597BB8FF-D9B8-4CBD-BCBC-AA437C6ADEC4}" destId="{AE1487ED-8965-4242-B3F5-6E68A46EA3F6}" srcOrd="0" destOrd="0" presId="urn:microsoft.com/office/officeart/2005/8/layout/vProcess5"/>
    <dgm:cxn modelId="{EFCFB0F2-4BFC-4F23-85CE-14A5B63F3314}" type="presOf" srcId="{7C6D68EF-ACB7-4CDB-BC57-35CD7B3E4CFC}" destId="{6FB21693-387E-44B7-B5DF-4026DF8FCBB7}" srcOrd="0" destOrd="0" presId="urn:microsoft.com/office/officeart/2005/8/layout/vProcess5"/>
    <dgm:cxn modelId="{DF90A850-DDF2-4146-9DDF-5E60889FC129}" type="presParOf" srcId="{95BE1DBB-CDDB-4335-89D0-FFFFF41D65F1}" destId="{39F95C64-38D3-4999-B4DF-EF379872B68B}" srcOrd="0" destOrd="0" presId="urn:microsoft.com/office/officeart/2005/8/layout/vProcess5"/>
    <dgm:cxn modelId="{CF7FC56E-4163-462A-B3DC-CB86F9387CA1}" type="presParOf" srcId="{95BE1DBB-CDDB-4335-89D0-FFFFF41D65F1}" destId="{06A9898D-6CEE-410A-BCE6-395EF671833E}" srcOrd="1" destOrd="0" presId="urn:microsoft.com/office/officeart/2005/8/layout/vProcess5"/>
    <dgm:cxn modelId="{74BC5E89-2CCB-41D0-9015-86FD78DC0FDD}" type="presParOf" srcId="{95BE1DBB-CDDB-4335-89D0-FFFFF41D65F1}" destId="{6FB21693-387E-44B7-B5DF-4026DF8FCBB7}" srcOrd="2" destOrd="0" presId="urn:microsoft.com/office/officeart/2005/8/layout/vProcess5"/>
    <dgm:cxn modelId="{9E569C75-6C1E-4D88-8B15-336E1B823205}" type="presParOf" srcId="{95BE1DBB-CDDB-4335-89D0-FFFFF41D65F1}" destId="{D1B37CCB-195E-47DD-8998-F19B96FA2143}" srcOrd="3" destOrd="0" presId="urn:microsoft.com/office/officeart/2005/8/layout/vProcess5"/>
    <dgm:cxn modelId="{55AC68FA-75A8-495F-9DE8-AEF0AFECF43B}" type="presParOf" srcId="{95BE1DBB-CDDB-4335-89D0-FFFFF41D65F1}" destId="{AE1487ED-8965-4242-B3F5-6E68A46EA3F6}" srcOrd="4" destOrd="0" presId="urn:microsoft.com/office/officeart/2005/8/layout/vProcess5"/>
    <dgm:cxn modelId="{FEA1F9C5-82BE-4EC3-A2DD-577CF6C6AF16}" type="presParOf" srcId="{95BE1DBB-CDDB-4335-89D0-FFFFF41D65F1}" destId="{DA1B903E-04C1-49E8-B8E1-789CCB064812}" srcOrd="5" destOrd="0" presId="urn:microsoft.com/office/officeart/2005/8/layout/vProcess5"/>
    <dgm:cxn modelId="{3E252DDE-593C-4451-A061-21E062E3C38D}" type="presParOf" srcId="{95BE1DBB-CDDB-4335-89D0-FFFFF41D65F1}" destId="{B8263ED8-4712-41A8-B613-059A330EED21}" srcOrd="6" destOrd="0" presId="urn:microsoft.com/office/officeart/2005/8/layout/vProcess5"/>
    <dgm:cxn modelId="{9DCC864B-3E82-4CD0-A9EE-D77DF7894CBF}" type="presParOf" srcId="{95BE1DBB-CDDB-4335-89D0-FFFFF41D65F1}" destId="{FF741610-7CF4-409F-9D1F-3C61191F6AAC}" srcOrd="7" destOrd="0" presId="urn:microsoft.com/office/officeart/2005/8/layout/vProcess5"/>
    <dgm:cxn modelId="{E773E0EC-8E64-4900-8127-36BFBE328CD3}" type="presParOf" srcId="{95BE1DBB-CDDB-4335-89D0-FFFFF41D65F1}" destId="{AB3687CE-31D6-443A-A7AF-95F223296F10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2137D1A-3901-4765-8D53-33580ABE70F1}" type="doc">
      <dgm:prSet loTypeId="urn:microsoft.com/office/officeart/2005/8/layout/process5" loCatId="process" qsTypeId="urn:microsoft.com/office/officeart/2005/8/quickstyle/3d4" qsCatId="3D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2A10E6A8-54C5-4E7F-BF76-B108C44FD7C3}">
      <dgm:prSet phldrT="[Texte]" custT="1"/>
      <dgm:spPr/>
      <dgm:t>
        <a:bodyPr/>
        <a:lstStyle/>
        <a:p>
          <a:r>
            <a:rPr lang="fr-FR" sz="1200" b="1" u="none" dirty="0">
              <a:solidFill>
                <a:schemeClr val="accent5">
                  <a:lumMod val="75000"/>
                </a:schemeClr>
              </a:solidFill>
            </a:rPr>
            <a:t>df_merge1: </a:t>
          </a:r>
        </a:p>
        <a:p>
          <a:r>
            <a:rPr lang="fr-FR" sz="1200" b="1" u="none" dirty="0">
              <a:solidFill>
                <a:schemeClr val="accent5">
                  <a:lumMod val="75000"/>
                </a:schemeClr>
              </a:solidFill>
            </a:rPr>
            <a:t> </a:t>
          </a:r>
          <a:r>
            <a:rPr lang="fr-FR" sz="1200" b="0" u="none" dirty="0"/>
            <a:t>Jonction du fichier erp et liaison </a:t>
          </a:r>
        </a:p>
      </dgm:t>
    </dgm:pt>
    <dgm:pt modelId="{293882B2-8AA8-40BA-81A2-27BAA06753ED}" type="parTrans" cxnId="{AF7FC02D-B4E4-45FD-A59F-A7A7B09FC923}">
      <dgm:prSet/>
      <dgm:spPr/>
      <dgm:t>
        <a:bodyPr/>
        <a:lstStyle/>
        <a:p>
          <a:endParaRPr lang="fr-FR" sz="1200"/>
        </a:p>
      </dgm:t>
    </dgm:pt>
    <dgm:pt modelId="{1590E400-9288-441F-93BE-6E88613871DD}" type="sibTrans" cxnId="{AF7FC02D-B4E4-45FD-A59F-A7A7B09FC923}">
      <dgm:prSet custT="1"/>
      <dgm:spPr>
        <a:solidFill>
          <a:schemeClr val="accent5"/>
        </a:solidFill>
      </dgm:spPr>
      <dgm:t>
        <a:bodyPr/>
        <a:lstStyle/>
        <a:p>
          <a:endParaRPr lang="fr-FR" sz="1200">
            <a:solidFill>
              <a:schemeClr val="accent5">
                <a:lumMod val="75000"/>
              </a:schemeClr>
            </a:solidFill>
          </a:endParaRPr>
        </a:p>
      </dgm:t>
    </dgm:pt>
    <dgm:pt modelId="{E606BB84-A5C2-4625-8904-701815849DEA}">
      <dgm:prSet phldrT="[Texte]" custT="1"/>
      <dgm:spPr/>
      <dgm:t>
        <a:bodyPr/>
        <a:lstStyle/>
        <a:p>
          <a:pPr algn="l">
            <a:buFont typeface="Wingdings" panose="05000000000000000000" pitchFamily="2" charset="2"/>
            <a:buNone/>
          </a:pPr>
          <a:r>
            <a:rPr lang="fr-FR" sz="1200" dirty="0"/>
            <a:t>- Conserver l’intégralité des colonnes des deux fichiers.</a:t>
          </a:r>
        </a:p>
        <a:p>
          <a:pPr algn="l">
            <a:buFont typeface="Wingdings" panose="05000000000000000000" pitchFamily="2" charset="2"/>
            <a:buNone/>
          </a:pPr>
          <a:r>
            <a:rPr lang="fr-FR" sz="1200" b="1" dirty="0"/>
            <a:t>- Clés utilisées :</a:t>
          </a:r>
          <a:r>
            <a:rPr lang="fr-FR" sz="1200" dirty="0"/>
            <a:t>La colonne commune est </a:t>
          </a:r>
          <a:r>
            <a:rPr lang="fr-FR" sz="1200" b="1" dirty="0" err="1"/>
            <a:t>product_id</a:t>
          </a:r>
          <a:r>
            <a:rPr lang="fr-FR" sz="1200" dirty="0"/>
            <a:t>.</a:t>
          </a:r>
        </a:p>
        <a:p>
          <a:pPr algn="l">
            <a:buFont typeface="Wingdings" panose="05000000000000000000" pitchFamily="2" charset="2"/>
            <a:buNone/>
          </a:pPr>
          <a:r>
            <a:rPr lang="fr-FR" sz="1200" dirty="0"/>
            <a:t>- Une jointure de type </a:t>
          </a:r>
          <a:r>
            <a:rPr lang="fr-FR" sz="1200" b="1" dirty="0" err="1"/>
            <a:t>outer</a:t>
          </a:r>
          <a:endParaRPr lang="fr-FR" sz="1200" dirty="0"/>
        </a:p>
        <a:p>
          <a:pPr algn="l">
            <a:buFont typeface="Wingdings" panose="05000000000000000000" pitchFamily="2" charset="2"/>
            <a:buNone/>
          </a:pPr>
          <a:r>
            <a:rPr lang="fr-FR" sz="1200" dirty="0"/>
            <a:t>- Toutes les lignes trouvent leur correspondance.</a:t>
          </a:r>
        </a:p>
      </dgm:t>
    </dgm:pt>
    <dgm:pt modelId="{87D9BF98-0BC9-460A-A672-10C4305BB1CA}" type="parTrans" cxnId="{B09BD52E-1FD1-4A39-8257-DC548AE9147F}">
      <dgm:prSet/>
      <dgm:spPr/>
      <dgm:t>
        <a:bodyPr/>
        <a:lstStyle/>
        <a:p>
          <a:endParaRPr lang="fr-FR" sz="1200"/>
        </a:p>
      </dgm:t>
    </dgm:pt>
    <dgm:pt modelId="{678452C5-26A9-4CFB-9634-4223B7A881C7}" type="sibTrans" cxnId="{B09BD52E-1FD1-4A39-8257-DC548AE9147F}">
      <dgm:prSet/>
      <dgm:spPr/>
      <dgm:t>
        <a:bodyPr/>
        <a:lstStyle/>
        <a:p>
          <a:endParaRPr lang="fr-FR" sz="1200"/>
        </a:p>
      </dgm:t>
    </dgm:pt>
    <dgm:pt modelId="{9ABE1536-AB92-48F1-B649-4900FC1A72EC}" type="pres">
      <dgm:prSet presAssocID="{32137D1A-3901-4765-8D53-33580ABE70F1}" presName="diagram" presStyleCnt="0">
        <dgm:presLayoutVars>
          <dgm:dir/>
          <dgm:resizeHandles val="exact"/>
        </dgm:presLayoutVars>
      </dgm:prSet>
      <dgm:spPr/>
    </dgm:pt>
    <dgm:pt modelId="{38B020C9-FB46-4DF6-AB7E-2D32AA322352}" type="pres">
      <dgm:prSet presAssocID="{2A10E6A8-54C5-4E7F-BF76-B108C44FD7C3}" presName="node" presStyleLbl="node1" presStyleIdx="0" presStyleCnt="2" custScaleX="112483" custScaleY="86173" custLinFactNeighborX="-30" custLinFactNeighborY="1910">
        <dgm:presLayoutVars>
          <dgm:bulletEnabled val="1"/>
        </dgm:presLayoutVars>
      </dgm:prSet>
      <dgm:spPr/>
    </dgm:pt>
    <dgm:pt modelId="{5975547C-8510-45AE-9540-39833042F5D7}" type="pres">
      <dgm:prSet presAssocID="{1590E400-9288-441F-93BE-6E88613871DD}" presName="sibTrans" presStyleLbl="sibTrans2D1" presStyleIdx="0" presStyleCnt="1"/>
      <dgm:spPr/>
    </dgm:pt>
    <dgm:pt modelId="{0F40C3F7-7477-427E-A3D1-B21A6F33C153}" type="pres">
      <dgm:prSet presAssocID="{1590E400-9288-441F-93BE-6E88613871DD}" presName="connectorText" presStyleLbl="sibTrans2D1" presStyleIdx="0" presStyleCnt="1"/>
      <dgm:spPr/>
    </dgm:pt>
    <dgm:pt modelId="{6BBFEECA-6A04-4769-9620-92B640EBBEED}" type="pres">
      <dgm:prSet presAssocID="{E606BB84-A5C2-4625-8904-701815849DEA}" presName="node" presStyleLbl="node1" presStyleIdx="1" presStyleCnt="2" custScaleX="480533" custScaleY="120541">
        <dgm:presLayoutVars>
          <dgm:bulletEnabled val="1"/>
        </dgm:presLayoutVars>
      </dgm:prSet>
      <dgm:spPr/>
    </dgm:pt>
  </dgm:ptLst>
  <dgm:cxnLst>
    <dgm:cxn modelId="{9981420B-59EF-4D77-825B-3CE792EC29CB}" type="presOf" srcId="{1590E400-9288-441F-93BE-6E88613871DD}" destId="{5975547C-8510-45AE-9540-39833042F5D7}" srcOrd="0" destOrd="0" presId="urn:microsoft.com/office/officeart/2005/8/layout/process5"/>
    <dgm:cxn modelId="{48BD3210-FBB4-40E3-B711-035E4CBB9630}" type="presOf" srcId="{2A10E6A8-54C5-4E7F-BF76-B108C44FD7C3}" destId="{38B020C9-FB46-4DF6-AB7E-2D32AA322352}" srcOrd="0" destOrd="0" presId="urn:microsoft.com/office/officeart/2005/8/layout/process5"/>
    <dgm:cxn modelId="{AF7FC02D-B4E4-45FD-A59F-A7A7B09FC923}" srcId="{32137D1A-3901-4765-8D53-33580ABE70F1}" destId="{2A10E6A8-54C5-4E7F-BF76-B108C44FD7C3}" srcOrd="0" destOrd="0" parTransId="{293882B2-8AA8-40BA-81A2-27BAA06753ED}" sibTransId="{1590E400-9288-441F-93BE-6E88613871DD}"/>
    <dgm:cxn modelId="{B09BD52E-1FD1-4A39-8257-DC548AE9147F}" srcId="{32137D1A-3901-4765-8D53-33580ABE70F1}" destId="{E606BB84-A5C2-4625-8904-701815849DEA}" srcOrd="1" destOrd="0" parTransId="{87D9BF98-0BC9-460A-A672-10C4305BB1CA}" sibTransId="{678452C5-26A9-4CFB-9634-4223B7A881C7}"/>
    <dgm:cxn modelId="{F32DF761-30B4-4EC7-890B-D0DED6D5AFBE}" type="presOf" srcId="{E606BB84-A5C2-4625-8904-701815849DEA}" destId="{6BBFEECA-6A04-4769-9620-92B640EBBEED}" srcOrd="0" destOrd="0" presId="urn:microsoft.com/office/officeart/2005/8/layout/process5"/>
    <dgm:cxn modelId="{1B1EB548-0C80-4EE8-8446-3F50D22AA9EB}" type="presOf" srcId="{1590E400-9288-441F-93BE-6E88613871DD}" destId="{0F40C3F7-7477-427E-A3D1-B21A6F33C153}" srcOrd="1" destOrd="0" presId="urn:microsoft.com/office/officeart/2005/8/layout/process5"/>
    <dgm:cxn modelId="{C630B1AB-C652-44A1-9334-851279AD51A5}" type="presOf" srcId="{32137D1A-3901-4765-8D53-33580ABE70F1}" destId="{9ABE1536-AB92-48F1-B649-4900FC1A72EC}" srcOrd="0" destOrd="0" presId="urn:microsoft.com/office/officeart/2005/8/layout/process5"/>
    <dgm:cxn modelId="{EAD01705-1D36-4DB5-8220-815E57BD0C05}" type="presParOf" srcId="{9ABE1536-AB92-48F1-B649-4900FC1A72EC}" destId="{38B020C9-FB46-4DF6-AB7E-2D32AA322352}" srcOrd="0" destOrd="0" presId="urn:microsoft.com/office/officeart/2005/8/layout/process5"/>
    <dgm:cxn modelId="{FD689F55-6189-4ECC-9237-0ED8C8BD25D1}" type="presParOf" srcId="{9ABE1536-AB92-48F1-B649-4900FC1A72EC}" destId="{5975547C-8510-45AE-9540-39833042F5D7}" srcOrd="1" destOrd="0" presId="urn:microsoft.com/office/officeart/2005/8/layout/process5"/>
    <dgm:cxn modelId="{A7233604-A92C-4E8A-8EE3-34FCCA438236}" type="presParOf" srcId="{5975547C-8510-45AE-9540-39833042F5D7}" destId="{0F40C3F7-7477-427E-A3D1-B21A6F33C153}" srcOrd="0" destOrd="0" presId="urn:microsoft.com/office/officeart/2005/8/layout/process5"/>
    <dgm:cxn modelId="{3BC58C0E-C1BD-41A9-8E8A-98BA7F966895}" type="presParOf" srcId="{9ABE1536-AB92-48F1-B649-4900FC1A72EC}" destId="{6BBFEECA-6A04-4769-9620-92B640EBBEED}" srcOrd="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2137D1A-3901-4765-8D53-33580ABE70F1}" type="doc">
      <dgm:prSet loTypeId="urn:microsoft.com/office/officeart/2005/8/layout/process5" loCatId="process" qsTypeId="urn:microsoft.com/office/officeart/2005/8/quickstyle/3d4" qsCatId="3D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2A10E6A8-54C5-4E7F-BF76-B108C44FD7C3}">
      <dgm:prSet phldrT="[Texte]" custT="1"/>
      <dgm:spPr/>
      <dgm:t>
        <a:bodyPr/>
        <a:lstStyle/>
        <a:p>
          <a:r>
            <a:rPr lang="fr-FR" sz="1200" b="1" u="none" dirty="0">
              <a:solidFill>
                <a:schemeClr val="accent5">
                  <a:lumMod val="75000"/>
                </a:schemeClr>
              </a:solidFill>
            </a:rPr>
            <a:t>df_merge:  </a:t>
          </a:r>
        </a:p>
        <a:p>
          <a:r>
            <a:rPr lang="fr-FR" sz="1200" b="0" u="none" dirty="0"/>
            <a:t>Jonction du fichier df_merge1 et web</a:t>
          </a:r>
        </a:p>
      </dgm:t>
    </dgm:pt>
    <dgm:pt modelId="{293882B2-8AA8-40BA-81A2-27BAA06753ED}" type="parTrans" cxnId="{AF7FC02D-B4E4-45FD-A59F-A7A7B09FC923}">
      <dgm:prSet/>
      <dgm:spPr/>
      <dgm:t>
        <a:bodyPr/>
        <a:lstStyle/>
        <a:p>
          <a:endParaRPr lang="fr-FR" sz="1200"/>
        </a:p>
      </dgm:t>
    </dgm:pt>
    <dgm:pt modelId="{1590E400-9288-441F-93BE-6E88613871DD}" type="sibTrans" cxnId="{AF7FC02D-B4E4-45FD-A59F-A7A7B09FC923}">
      <dgm:prSet custT="1"/>
      <dgm:spPr>
        <a:solidFill>
          <a:schemeClr val="accent5"/>
        </a:solidFill>
      </dgm:spPr>
      <dgm:t>
        <a:bodyPr/>
        <a:lstStyle/>
        <a:p>
          <a:endParaRPr lang="fr-FR" sz="1200" dirty="0">
            <a:solidFill>
              <a:schemeClr val="accent5">
                <a:lumMod val="75000"/>
              </a:schemeClr>
            </a:solidFill>
          </a:endParaRPr>
        </a:p>
      </dgm:t>
    </dgm:pt>
    <dgm:pt modelId="{E606BB84-A5C2-4625-8904-701815849DEA}">
      <dgm:prSet phldrT="[Texte]" custT="1"/>
      <dgm:spPr/>
      <dgm:t>
        <a:bodyPr/>
        <a:lstStyle/>
        <a:p>
          <a:pPr algn="l">
            <a:buFont typeface="Wingdings" panose="05000000000000000000" pitchFamily="2" charset="2"/>
            <a:buNone/>
          </a:pPr>
          <a:r>
            <a:rPr lang="fr-FR" sz="1200" dirty="0"/>
            <a:t>- Conserver l’intégralité des colonnes des deux fichiers.</a:t>
          </a:r>
        </a:p>
        <a:p>
          <a:pPr algn="l">
            <a:buFont typeface="Wingdings" panose="05000000000000000000" pitchFamily="2" charset="2"/>
            <a:buNone/>
          </a:pPr>
          <a:r>
            <a:rPr lang="fr-FR" sz="1200" b="1" dirty="0"/>
            <a:t>- Clés utilisées :</a:t>
          </a:r>
          <a:r>
            <a:rPr lang="fr-FR" sz="1200" dirty="0" err="1"/>
            <a:t>id_web</a:t>
          </a:r>
          <a:r>
            <a:rPr lang="fr-FR" sz="1200" dirty="0"/>
            <a:t> (clé de df_merge1) et </a:t>
          </a:r>
          <a:r>
            <a:rPr lang="fr-FR" sz="1200" dirty="0" err="1"/>
            <a:t>sku</a:t>
          </a:r>
          <a:r>
            <a:rPr lang="fr-FR" sz="1200" dirty="0"/>
            <a:t> (clé de </a:t>
          </a:r>
          <a:r>
            <a:rPr lang="fr-FR" sz="1200" dirty="0" err="1"/>
            <a:t>df_web</a:t>
          </a:r>
          <a:r>
            <a:rPr lang="fr-FR" sz="1200" dirty="0"/>
            <a:t>).</a:t>
          </a:r>
        </a:p>
        <a:p>
          <a:pPr algn="l">
            <a:buFont typeface="Wingdings" panose="05000000000000000000" pitchFamily="2" charset="2"/>
            <a:buNone/>
          </a:pPr>
          <a:r>
            <a:rPr lang="fr-FR" sz="1200" dirty="0"/>
            <a:t>- Une jointure de type </a:t>
          </a:r>
          <a:r>
            <a:rPr lang="fr-FR" sz="1200" b="1" dirty="0" err="1"/>
            <a:t>outer</a:t>
          </a:r>
          <a:r>
            <a:rPr lang="fr-FR" sz="1200" dirty="0"/>
            <a:t> est utilisée pour conserver toutes les lignes des deux fichiers.</a:t>
          </a:r>
        </a:p>
        <a:p>
          <a:pPr algn="l">
            <a:buFont typeface="Wingdings" panose="05000000000000000000" pitchFamily="2" charset="2"/>
            <a:buNone/>
          </a:pPr>
          <a:r>
            <a:rPr lang="fr-FR" sz="1200" dirty="0"/>
            <a:t>- 111 lignes sans correspondance où </a:t>
          </a:r>
          <a:r>
            <a:rPr lang="fr-FR" sz="1200" dirty="0" err="1"/>
            <a:t>product_id</a:t>
          </a:r>
          <a:r>
            <a:rPr lang="fr-FR" sz="1200" dirty="0"/>
            <a:t> a un </a:t>
          </a:r>
          <a:r>
            <a:rPr lang="fr-FR" sz="1200" dirty="0" err="1"/>
            <a:t>sku</a:t>
          </a:r>
          <a:r>
            <a:rPr lang="fr-FR" sz="1200" dirty="0"/>
            <a:t> non renseigné (NaN)</a:t>
          </a:r>
        </a:p>
      </dgm:t>
    </dgm:pt>
    <dgm:pt modelId="{87D9BF98-0BC9-460A-A672-10C4305BB1CA}" type="parTrans" cxnId="{B09BD52E-1FD1-4A39-8257-DC548AE9147F}">
      <dgm:prSet/>
      <dgm:spPr/>
      <dgm:t>
        <a:bodyPr/>
        <a:lstStyle/>
        <a:p>
          <a:endParaRPr lang="fr-FR" sz="1200"/>
        </a:p>
      </dgm:t>
    </dgm:pt>
    <dgm:pt modelId="{678452C5-26A9-4CFB-9634-4223B7A881C7}" type="sibTrans" cxnId="{B09BD52E-1FD1-4A39-8257-DC548AE9147F}">
      <dgm:prSet/>
      <dgm:spPr/>
      <dgm:t>
        <a:bodyPr/>
        <a:lstStyle/>
        <a:p>
          <a:endParaRPr lang="fr-FR" sz="1200"/>
        </a:p>
      </dgm:t>
    </dgm:pt>
    <dgm:pt modelId="{9ABE1536-AB92-48F1-B649-4900FC1A72EC}" type="pres">
      <dgm:prSet presAssocID="{32137D1A-3901-4765-8D53-33580ABE70F1}" presName="diagram" presStyleCnt="0">
        <dgm:presLayoutVars>
          <dgm:dir/>
          <dgm:resizeHandles val="exact"/>
        </dgm:presLayoutVars>
      </dgm:prSet>
      <dgm:spPr/>
    </dgm:pt>
    <dgm:pt modelId="{38B020C9-FB46-4DF6-AB7E-2D32AA322352}" type="pres">
      <dgm:prSet presAssocID="{2A10E6A8-54C5-4E7F-BF76-B108C44FD7C3}" presName="node" presStyleLbl="node1" presStyleIdx="0" presStyleCnt="2" custScaleX="111253" custScaleY="91934" custLinFactNeighborX="-90734" custLinFactNeighborY="-3473">
        <dgm:presLayoutVars>
          <dgm:bulletEnabled val="1"/>
        </dgm:presLayoutVars>
      </dgm:prSet>
      <dgm:spPr/>
    </dgm:pt>
    <dgm:pt modelId="{5975547C-8510-45AE-9540-39833042F5D7}" type="pres">
      <dgm:prSet presAssocID="{1590E400-9288-441F-93BE-6E88613871DD}" presName="sibTrans" presStyleLbl="sibTrans2D1" presStyleIdx="0" presStyleCnt="1" custLinFactNeighborX="4844" custLinFactNeighborY="-7868"/>
      <dgm:spPr/>
    </dgm:pt>
    <dgm:pt modelId="{0F40C3F7-7477-427E-A3D1-B21A6F33C153}" type="pres">
      <dgm:prSet presAssocID="{1590E400-9288-441F-93BE-6E88613871DD}" presName="connectorText" presStyleLbl="sibTrans2D1" presStyleIdx="0" presStyleCnt="1"/>
      <dgm:spPr/>
    </dgm:pt>
    <dgm:pt modelId="{6BBFEECA-6A04-4769-9620-92B640EBBEED}" type="pres">
      <dgm:prSet presAssocID="{E606BB84-A5C2-4625-8904-701815849DEA}" presName="node" presStyleLbl="node1" presStyleIdx="1" presStyleCnt="2" custScaleX="485299" custScaleY="117689" custLinFactNeighborX="231" custLinFactNeighborY="3965">
        <dgm:presLayoutVars>
          <dgm:bulletEnabled val="1"/>
        </dgm:presLayoutVars>
      </dgm:prSet>
      <dgm:spPr/>
    </dgm:pt>
  </dgm:ptLst>
  <dgm:cxnLst>
    <dgm:cxn modelId="{9981420B-59EF-4D77-825B-3CE792EC29CB}" type="presOf" srcId="{1590E400-9288-441F-93BE-6E88613871DD}" destId="{5975547C-8510-45AE-9540-39833042F5D7}" srcOrd="0" destOrd="0" presId="urn:microsoft.com/office/officeart/2005/8/layout/process5"/>
    <dgm:cxn modelId="{48BD3210-FBB4-40E3-B711-035E4CBB9630}" type="presOf" srcId="{2A10E6A8-54C5-4E7F-BF76-B108C44FD7C3}" destId="{38B020C9-FB46-4DF6-AB7E-2D32AA322352}" srcOrd="0" destOrd="0" presId="urn:microsoft.com/office/officeart/2005/8/layout/process5"/>
    <dgm:cxn modelId="{AF7FC02D-B4E4-45FD-A59F-A7A7B09FC923}" srcId="{32137D1A-3901-4765-8D53-33580ABE70F1}" destId="{2A10E6A8-54C5-4E7F-BF76-B108C44FD7C3}" srcOrd="0" destOrd="0" parTransId="{293882B2-8AA8-40BA-81A2-27BAA06753ED}" sibTransId="{1590E400-9288-441F-93BE-6E88613871DD}"/>
    <dgm:cxn modelId="{B09BD52E-1FD1-4A39-8257-DC548AE9147F}" srcId="{32137D1A-3901-4765-8D53-33580ABE70F1}" destId="{E606BB84-A5C2-4625-8904-701815849DEA}" srcOrd="1" destOrd="0" parTransId="{87D9BF98-0BC9-460A-A672-10C4305BB1CA}" sibTransId="{678452C5-26A9-4CFB-9634-4223B7A881C7}"/>
    <dgm:cxn modelId="{F32DF761-30B4-4EC7-890B-D0DED6D5AFBE}" type="presOf" srcId="{E606BB84-A5C2-4625-8904-701815849DEA}" destId="{6BBFEECA-6A04-4769-9620-92B640EBBEED}" srcOrd="0" destOrd="0" presId="urn:microsoft.com/office/officeart/2005/8/layout/process5"/>
    <dgm:cxn modelId="{1B1EB548-0C80-4EE8-8446-3F50D22AA9EB}" type="presOf" srcId="{1590E400-9288-441F-93BE-6E88613871DD}" destId="{0F40C3F7-7477-427E-A3D1-B21A6F33C153}" srcOrd="1" destOrd="0" presId="urn:microsoft.com/office/officeart/2005/8/layout/process5"/>
    <dgm:cxn modelId="{C630B1AB-C652-44A1-9334-851279AD51A5}" type="presOf" srcId="{32137D1A-3901-4765-8D53-33580ABE70F1}" destId="{9ABE1536-AB92-48F1-B649-4900FC1A72EC}" srcOrd="0" destOrd="0" presId="urn:microsoft.com/office/officeart/2005/8/layout/process5"/>
    <dgm:cxn modelId="{EAD01705-1D36-4DB5-8220-815E57BD0C05}" type="presParOf" srcId="{9ABE1536-AB92-48F1-B649-4900FC1A72EC}" destId="{38B020C9-FB46-4DF6-AB7E-2D32AA322352}" srcOrd="0" destOrd="0" presId="urn:microsoft.com/office/officeart/2005/8/layout/process5"/>
    <dgm:cxn modelId="{FD689F55-6189-4ECC-9237-0ED8C8BD25D1}" type="presParOf" srcId="{9ABE1536-AB92-48F1-B649-4900FC1A72EC}" destId="{5975547C-8510-45AE-9540-39833042F5D7}" srcOrd="1" destOrd="0" presId="urn:microsoft.com/office/officeart/2005/8/layout/process5"/>
    <dgm:cxn modelId="{A7233604-A92C-4E8A-8EE3-34FCCA438236}" type="presParOf" srcId="{5975547C-8510-45AE-9540-39833042F5D7}" destId="{0F40C3F7-7477-427E-A3D1-B21A6F33C153}" srcOrd="0" destOrd="0" presId="urn:microsoft.com/office/officeart/2005/8/layout/process5"/>
    <dgm:cxn modelId="{3BC58C0E-C1BD-41A9-8E8A-98BA7F966895}" type="presParOf" srcId="{9ABE1536-AB92-48F1-B649-4900FC1A72EC}" destId="{6BBFEECA-6A04-4769-9620-92B640EBBEED}" srcOrd="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1E112C9-60BB-45EB-922F-DE8C641099E1}" type="doc">
      <dgm:prSet loTypeId="urn:microsoft.com/office/officeart/2005/8/layout/hProcess11" loCatId="process" qsTypeId="urn:microsoft.com/office/officeart/2005/8/quickstyle/3d2" qsCatId="3D" csTypeId="urn:microsoft.com/office/officeart/2005/8/colors/accent3_1" csCatId="accent3" phldr="1"/>
      <dgm:spPr/>
      <dgm:t>
        <a:bodyPr/>
        <a:lstStyle/>
        <a:p>
          <a:endParaRPr lang="fr-FR"/>
        </a:p>
      </dgm:t>
    </dgm:pt>
    <dgm:pt modelId="{D8EF6657-FBC5-453F-BB92-9CAB74140372}">
      <dgm:prSet custT="1"/>
      <dgm:spPr/>
      <dgm:t>
        <a:bodyPr/>
        <a:lstStyle/>
        <a:p>
          <a:r>
            <a:rPr lang="fr-FR" sz="1400" b="1" dirty="0">
              <a:solidFill>
                <a:schemeClr val="tx1"/>
              </a:solidFill>
            </a:rPr>
            <a:t>Le fichier fusionné df_merge compte finalement 825 lignes et 32 colonnes.</a:t>
          </a:r>
          <a:endParaRPr lang="fr-FR" sz="1400" b="1" dirty="0"/>
        </a:p>
      </dgm:t>
    </dgm:pt>
    <dgm:pt modelId="{172CECC3-454A-4F61-AB57-1956859690D2}" type="parTrans" cxnId="{7EE8B1AF-D6C5-4131-BEE9-C892012E925B}">
      <dgm:prSet/>
      <dgm:spPr/>
      <dgm:t>
        <a:bodyPr/>
        <a:lstStyle/>
        <a:p>
          <a:endParaRPr lang="fr-FR" b="1">
            <a:solidFill>
              <a:schemeClr val="accent5">
                <a:lumMod val="75000"/>
              </a:schemeClr>
            </a:solidFill>
          </a:endParaRPr>
        </a:p>
      </dgm:t>
    </dgm:pt>
    <dgm:pt modelId="{C9C54EEC-F5D6-462E-A75E-F962196BD0E7}" type="sibTrans" cxnId="{7EE8B1AF-D6C5-4131-BEE9-C892012E925B}">
      <dgm:prSet/>
      <dgm:spPr/>
      <dgm:t>
        <a:bodyPr/>
        <a:lstStyle/>
        <a:p>
          <a:endParaRPr lang="fr-FR" b="1">
            <a:solidFill>
              <a:schemeClr val="accent5">
                <a:lumMod val="75000"/>
              </a:schemeClr>
            </a:solidFill>
          </a:endParaRPr>
        </a:p>
      </dgm:t>
    </dgm:pt>
    <dgm:pt modelId="{BA601C8A-E869-4148-BEDA-C1CB70D866ED}" type="pres">
      <dgm:prSet presAssocID="{A1E112C9-60BB-45EB-922F-DE8C641099E1}" presName="Name0" presStyleCnt="0">
        <dgm:presLayoutVars>
          <dgm:dir/>
          <dgm:resizeHandles val="exact"/>
        </dgm:presLayoutVars>
      </dgm:prSet>
      <dgm:spPr/>
    </dgm:pt>
    <dgm:pt modelId="{69E548EE-5F42-4E63-8CBD-C5BA16E0D601}" type="pres">
      <dgm:prSet presAssocID="{A1E112C9-60BB-45EB-922F-DE8C641099E1}" presName="arrow" presStyleLbl="bgShp" presStyleIdx="0" presStyleCnt="1" custScaleY="218509"/>
      <dgm:spPr>
        <a:solidFill>
          <a:schemeClr val="bg1"/>
        </a:solidFill>
      </dgm:spPr>
    </dgm:pt>
    <dgm:pt modelId="{F1782529-8664-4316-A003-B23BA93BD9E8}" type="pres">
      <dgm:prSet presAssocID="{A1E112C9-60BB-45EB-922F-DE8C641099E1}" presName="points" presStyleCnt="0"/>
      <dgm:spPr/>
    </dgm:pt>
    <dgm:pt modelId="{F460F63A-3C23-4956-9539-D74555087014}" type="pres">
      <dgm:prSet presAssocID="{D8EF6657-FBC5-453F-BB92-9CAB74140372}" presName="compositeA" presStyleCnt="0"/>
      <dgm:spPr/>
    </dgm:pt>
    <dgm:pt modelId="{D49640BA-03A9-436D-9D4A-7BC0789A03BB}" type="pres">
      <dgm:prSet presAssocID="{D8EF6657-FBC5-453F-BB92-9CAB74140372}" presName="textA" presStyleLbl="revTx" presStyleIdx="0" presStyleCnt="1" custScaleX="111220" custScaleY="250000" custLinFactNeighborX="6190" custLinFactNeighborY="6011">
        <dgm:presLayoutVars>
          <dgm:bulletEnabled val="1"/>
        </dgm:presLayoutVars>
      </dgm:prSet>
      <dgm:spPr/>
    </dgm:pt>
    <dgm:pt modelId="{28E4ECDF-46D9-444C-8C0A-CF66FD46C68B}" type="pres">
      <dgm:prSet presAssocID="{D8EF6657-FBC5-453F-BB92-9CAB74140372}" presName="circleA" presStyleLbl="node1" presStyleIdx="0" presStyleCnt="1"/>
      <dgm:spPr/>
    </dgm:pt>
    <dgm:pt modelId="{F192E606-4F9B-431F-BF37-071D3780EAE1}" type="pres">
      <dgm:prSet presAssocID="{D8EF6657-FBC5-453F-BB92-9CAB74140372}" presName="spaceA" presStyleCnt="0"/>
      <dgm:spPr/>
    </dgm:pt>
  </dgm:ptLst>
  <dgm:cxnLst>
    <dgm:cxn modelId="{4C05E55A-611E-4B47-8656-33954A56CB70}" type="presOf" srcId="{A1E112C9-60BB-45EB-922F-DE8C641099E1}" destId="{BA601C8A-E869-4148-BEDA-C1CB70D866ED}" srcOrd="0" destOrd="0" presId="urn:microsoft.com/office/officeart/2005/8/layout/hProcess11"/>
    <dgm:cxn modelId="{FCDB2888-EA2D-4DD2-A0A7-43484DFA23B0}" type="presOf" srcId="{D8EF6657-FBC5-453F-BB92-9CAB74140372}" destId="{D49640BA-03A9-436D-9D4A-7BC0789A03BB}" srcOrd="0" destOrd="0" presId="urn:microsoft.com/office/officeart/2005/8/layout/hProcess11"/>
    <dgm:cxn modelId="{7EE8B1AF-D6C5-4131-BEE9-C892012E925B}" srcId="{A1E112C9-60BB-45EB-922F-DE8C641099E1}" destId="{D8EF6657-FBC5-453F-BB92-9CAB74140372}" srcOrd="0" destOrd="0" parTransId="{172CECC3-454A-4F61-AB57-1956859690D2}" sibTransId="{C9C54EEC-F5D6-462E-A75E-F962196BD0E7}"/>
    <dgm:cxn modelId="{65D63E88-AED4-4C29-A0FF-83CA7CF8DB1C}" type="presParOf" srcId="{BA601C8A-E869-4148-BEDA-C1CB70D866ED}" destId="{69E548EE-5F42-4E63-8CBD-C5BA16E0D601}" srcOrd="0" destOrd="0" presId="urn:microsoft.com/office/officeart/2005/8/layout/hProcess11"/>
    <dgm:cxn modelId="{66477AF4-5555-44FB-A75F-46F94C124951}" type="presParOf" srcId="{BA601C8A-E869-4148-BEDA-C1CB70D866ED}" destId="{F1782529-8664-4316-A003-B23BA93BD9E8}" srcOrd="1" destOrd="0" presId="urn:microsoft.com/office/officeart/2005/8/layout/hProcess11"/>
    <dgm:cxn modelId="{1693A079-DB80-48B3-80FC-3961B005138B}" type="presParOf" srcId="{F1782529-8664-4316-A003-B23BA93BD9E8}" destId="{F460F63A-3C23-4956-9539-D74555087014}" srcOrd="0" destOrd="0" presId="urn:microsoft.com/office/officeart/2005/8/layout/hProcess11"/>
    <dgm:cxn modelId="{D73D4BF5-0DB2-4734-BE5A-64FCD9226FA4}" type="presParOf" srcId="{F460F63A-3C23-4956-9539-D74555087014}" destId="{D49640BA-03A9-436D-9D4A-7BC0789A03BB}" srcOrd="0" destOrd="0" presId="urn:microsoft.com/office/officeart/2005/8/layout/hProcess11"/>
    <dgm:cxn modelId="{9010B843-E4E8-4453-B671-8AA90342515D}" type="presParOf" srcId="{F460F63A-3C23-4956-9539-D74555087014}" destId="{28E4ECDF-46D9-444C-8C0A-CF66FD46C68B}" srcOrd="1" destOrd="0" presId="urn:microsoft.com/office/officeart/2005/8/layout/hProcess11"/>
    <dgm:cxn modelId="{119AF7C3-6440-43A6-9D07-BCDDCF846379}" type="presParOf" srcId="{F460F63A-3C23-4956-9539-D74555087014}" destId="{F192E606-4F9B-431F-BF37-071D3780EAE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40AD583-2C38-4EF7-BD4B-5A4695018482}" type="doc">
      <dgm:prSet loTypeId="urn:microsoft.com/office/officeart/2005/8/layout/process1" loCatId="process" qsTypeId="urn:microsoft.com/office/officeart/2005/8/quickstyle/3d1" qsCatId="3D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D978D296-C207-40C7-8F3F-BAD54306F986}">
      <dgm:prSet phldrT="[Texte]" custT="1"/>
      <dgm:spPr/>
      <dgm:t>
        <a:bodyPr anchor="ctr"/>
        <a:lstStyle/>
        <a:p>
          <a:endParaRPr lang="fr-FR" sz="1200" b="1" dirty="0"/>
        </a:p>
        <a:p>
          <a:r>
            <a:rPr lang="fr-FR" sz="1200" b="1" dirty="0"/>
            <a:t>Définition du seuil de prix pour les articles "outliers"</a:t>
          </a:r>
          <a:r>
            <a:rPr lang="fr-FR" sz="1200" dirty="0"/>
            <a:t> </a:t>
          </a:r>
          <a:endParaRPr lang="en-US" sz="1200" dirty="0"/>
        </a:p>
        <a:p>
          <a:r>
            <a:rPr lang="fr-FR" sz="1200" dirty="0"/>
            <a:t>Seuil inférieur : −26,75</a:t>
          </a:r>
        </a:p>
        <a:p>
          <a:r>
            <a:rPr lang="fr-FR" sz="1200" dirty="0"/>
            <a:t>Seuil supérieur : 83,25</a:t>
          </a:r>
        </a:p>
        <a:p>
          <a:endParaRPr lang="fr-FR" sz="1200" dirty="0"/>
        </a:p>
      </dgm:t>
    </dgm:pt>
    <dgm:pt modelId="{6061D8AB-882C-413E-B7DD-84C5360B6A21}" type="parTrans" cxnId="{25BFFD48-2432-4B68-A18B-4EA42629A7F4}">
      <dgm:prSet/>
      <dgm:spPr/>
      <dgm:t>
        <a:bodyPr/>
        <a:lstStyle/>
        <a:p>
          <a:endParaRPr lang="fr-FR"/>
        </a:p>
      </dgm:t>
    </dgm:pt>
    <dgm:pt modelId="{C44F89D8-C610-47B6-9567-04531A503AA0}" type="sibTrans" cxnId="{25BFFD48-2432-4B68-A18B-4EA42629A7F4}">
      <dgm:prSet/>
      <dgm:spPr>
        <a:solidFill>
          <a:schemeClr val="accent5"/>
        </a:solidFill>
      </dgm:spPr>
      <dgm:t>
        <a:bodyPr/>
        <a:lstStyle/>
        <a:p>
          <a:endParaRPr lang="fr-FR"/>
        </a:p>
      </dgm:t>
    </dgm:pt>
    <dgm:pt modelId="{4F726208-99D3-40F1-AC5F-CAE2948B68A3}">
      <dgm:prSet phldrT="[Texte]" custT="1"/>
      <dgm:spPr/>
      <dgm:t>
        <a:bodyPr anchor="ctr"/>
        <a:lstStyle/>
        <a:p>
          <a:pPr algn="ctr"/>
          <a:r>
            <a:rPr lang="fr-FR" sz="1200" b="1" dirty="0"/>
            <a:t>Nombre d'articles et la proportion de l'ensemble du catalogue </a:t>
          </a:r>
        </a:p>
        <a:p>
          <a:pPr algn="ctr"/>
          <a:r>
            <a:rPr lang="fr-FR" sz="1200" dirty="0"/>
            <a:t>Nombre d’articles outliers : 36</a:t>
          </a:r>
        </a:p>
        <a:p>
          <a:pPr algn="l"/>
          <a:r>
            <a:rPr lang="fr-FR" sz="1200" dirty="0"/>
            <a:t>        Proportion d’</a:t>
          </a:r>
          <a:r>
            <a:rPr lang="fr-FR" sz="1200" dirty="0" err="1"/>
            <a:t>outliers</a:t>
          </a:r>
          <a:r>
            <a:rPr lang="fr-FR" sz="1200" dirty="0"/>
            <a:t> : 4,36 % </a:t>
          </a:r>
        </a:p>
      </dgm:t>
    </dgm:pt>
    <dgm:pt modelId="{39B28C74-7C83-4292-ADD0-264DA380B00D}" type="parTrans" cxnId="{A30165F3-1749-428A-8D7A-0D4B039A3841}">
      <dgm:prSet/>
      <dgm:spPr/>
      <dgm:t>
        <a:bodyPr/>
        <a:lstStyle/>
        <a:p>
          <a:endParaRPr lang="fr-FR"/>
        </a:p>
      </dgm:t>
    </dgm:pt>
    <dgm:pt modelId="{E09C7DD4-5098-4B45-91A5-926B2A3B26BE}" type="sibTrans" cxnId="{A30165F3-1749-428A-8D7A-0D4B039A3841}">
      <dgm:prSet/>
      <dgm:spPr/>
      <dgm:t>
        <a:bodyPr/>
        <a:lstStyle/>
        <a:p>
          <a:endParaRPr lang="fr-FR"/>
        </a:p>
      </dgm:t>
    </dgm:pt>
    <dgm:pt modelId="{1AA9B264-162C-41ED-8096-A1A165CCA593}">
      <dgm:prSet custT="1"/>
      <dgm:spPr/>
      <dgm:t>
        <a:bodyPr anchor="t"/>
        <a:lstStyle/>
        <a:p>
          <a:pPr algn="ctr" rtl="0"/>
          <a:r>
            <a:rPr lang="fr-FR" sz="1200" b="1" dirty="0"/>
            <a:t>Résumé statistique de la colonne </a:t>
          </a:r>
          <a:r>
            <a:rPr lang="fr-FR" sz="1200" b="1" i="1" dirty="0"/>
            <a:t>Price: </a:t>
          </a:r>
          <a:endParaRPr lang="fr-FR" sz="1200" b="1" dirty="0"/>
        </a:p>
      </dgm:t>
    </dgm:pt>
    <dgm:pt modelId="{908FD4A1-1CA3-48A1-897F-22FEF6367231}" type="parTrans" cxnId="{ECE1AA36-D32D-412B-A271-30C0421561A8}">
      <dgm:prSet/>
      <dgm:spPr/>
      <dgm:t>
        <a:bodyPr/>
        <a:lstStyle/>
        <a:p>
          <a:endParaRPr lang="fr-FR"/>
        </a:p>
      </dgm:t>
    </dgm:pt>
    <dgm:pt modelId="{7406ED58-CC8A-46B5-92FB-EDCD89B2328C}" type="sibTrans" cxnId="{ECE1AA36-D32D-412B-A271-30C0421561A8}">
      <dgm:prSet/>
      <dgm:spPr>
        <a:solidFill>
          <a:schemeClr val="accent5"/>
        </a:solidFill>
      </dgm:spPr>
      <dgm:t>
        <a:bodyPr/>
        <a:lstStyle/>
        <a:p>
          <a:endParaRPr lang="fr-FR"/>
        </a:p>
      </dgm:t>
    </dgm:pt>
    <dgm:pt modelId="{DDAC6812-4B67-44E7-8509-694D6DF1E34A}" type="pres">
      <dgm:prSet presAssocID="{540AD583-2C38-4EF7-BD4B-5A4695018482}" presName="Name0" presStyleCnt="0">
        <dgm:presLayoutVars>
          <dgm:dir/>
          <dgm:resizeHandles val="exact"/>
        </dgm:presLayoutVars>
      </dgm:prSet>
      <dgm:spPr/>
    </dgm:pt>
    <dgm:pt modelId="{2EB3EAE7-18D3-4494-9CFC-065F9AD8FCAF}" type="pres">
      <dgm:prSet presAssocID="{1AA9B264-162C-41ED-8096-A1A165CCA593}" presName="node" presStyleLbl="node1" presStyleIdx="0" presStyleCnt="3">
        <dgm:presLayoutVars>
          <dgm:bulletEnabled val="1"/>
        </dgm:presLayoutVars>
      </dgm:prSet>
      <dgm:spPr/>
    </dgm:pt>
    <dgm:pt modelId="{F2DFF1AE-CB04-4C18-8B0A-26EBFB4CE65C}" type="pres">
      <dgm:prSet presAssocID="{7406ED58-CC8A-46B5-92FB-EDCD89B2328C}" presName="sibTrans" presStyleLbl="sibTrans2D1" presStyleIdx="0" presStyleCnt="2" custScaleX="120079" custScaleY="77631"/>
      <dgm:spPr/>
    </dgm:pt>
    <dgm:pt modelId="{149F0F3E-073B-4306-8CBF-51F6315CB6D6}" type="pres">
      <dgm:prSet presAssocID="{7406ED58-CC8A-46B5-92FB-EDCD89B2328C}" presName="connectorText" presStyleLbl="sibTrans2D1" presStyleIdx="0" presStyleCnt="2"/>
      <dgm:spPr/>
    </dgm:pt>
    <dgm:pt modelId="{1D97E41F-F86D-4D2D-9180-83223EE2792E}" type="pres">
      <dgm:prSet presAssocID="{D978D296-C207-40C7-8F3F-BAD54306F986}" presName="node" presStyleLbl="node1" presStyleIdx="1" presStyleCnt="3" custScaleX="112430" custLinFactNeighborX="12666">
        <dgm:presLayoutVars>
          <dgm:bulletEnabled val="1"/>
        </dgm:presLayoutVars>
      </dgm:prSet>
      <dgm:spPr/>
    </dgm:pt>
    <dgm:pt modelId="{2282FE19-58FE-4B9D-99E9-9FB1009ADEEE}" type="pres">
      <dgm:prSet presAssocID="{C44F89D8-C610-47B6-9567-04531A503AA0}" presName="sibTrans" presStyleLbl="sibTrans2D1" presStyleIdx="1" presStyleCnt="2" custScaleX="129066" custScaleY="89416" custLinFactNeighborX="12719" custLinFactNeighborY="8938"/>
      <dgm:spPr/>
    </dgm:pt>
    <dgm:pt modelId="{ECBB4793-4329-4254-8084-64EDF1810B05}" type="pres">
      <dgm:prSet presAssocID="{C44F89D8-C610-47B6-9567-04531A503AA0}" presName="connectorText" presStyleLbl="sibTrans2D1" presStyleIdx="1" presStyleCnt="2"/>
      <dgm:spPr/>
    </dgm:pt>
    <dgm:pt modelId="{BA326D5B-A2F0-408F-AE43-C63A0AA8F3B3}" type="pres">
      <dgm:prSet presAssocID="{4F726208-99D3-40F1-AC5F-CAE2948B68A3}" presName="node" presStyleLbl="node1" presStyleIdx="2" presStyleCnt="3" custScaleX="124995">
        <dgm:presLayoutVars>
          <dgm:bulletEnabled val="1"/>
        </dgm:presLayoutVars>
      </dgm:prSet>
      <dgm:spPr/>
    </dgm:pt>
  </dgm:ptLst>
  <dgm:cxnLst>
    <dgm:cxn modelId="{62906312-6FB4-4A0B-9431-D47D1D33AB77}" type="presOf" srcId="{1AA9B264-162C-41ED-8096-A1A165CCA593}" destId="{2EB3EAE7-18D3-4494-9CFC-065F9AD8FCAF}" srcOrd="0" destOrd="0" presId="urn:microsoft.com/office/officeart/2005/8/layout/process1"/>
    <dgm:cxn modelId="{5D072B2D-EC24-4D97-B5B4-A84741C11ED0}" type="presOf" srcId="{4F726208-99D3-40F1-AC5F-CAE2948B68A3}" destId="{BA326D5B-A2F0-408F-AE43-C63A0AA8F3B3}" srcOrd="0" destOrd="0" presId="urn:microsoft.com/office/officeart/2005/8/layout/process1"/>
    <dgm:cxn modelId="{8D0F2132-A08C-4598-9527-FE1589B1519A}" type="presOf" srcId="{7406ED58-CC8A-46B5-92FB-EDCD89B2328C}" destId="{F2DFF1AE-CB04-4C18-8B0A-26EBFB4CE65C}" srcOrd="0" destOrd="0" presId="urn:microsoft.com/office/officeart/2005/8/layout/process1"/>
    <dgm:cxn modelId="{ECE1AA36-D32D-412B-A271-30C0421561A8}" srcId="{540AD583-2C38-4EF7-BD4B-5A4695018482}" destId="{1AA9B264-162C-41ED-8096-A1A165CCA593}" srcOrd="0" destOrd="0" parTransId="{908FD4A1-1CA3-48A1-897F-22FEF6367231}" sibTransId="{7406ED58-CC8A-46B5-92FB-EDCD89B2328C}"/>
    <dgm:cxn modelId="{CA31EF45-B1A5-4647-A828-518488C3A106}" type="presOf" srcId="{540AD583-2C38-4EF7-BD4B-5A4695018482}" destId="{DDAC6812-4B67-44E7-8509-694D6DF1E34A}" srcOrd="0" destOrd="0" presId="urn:microsoft.com/office/officeart/2005/8/layout/process1"/>
    <dgm:cxn modelId="{25BFFD48-2432-4B68-A18B-4EA42629A7F4}" srcId="{540AD583-2C38-4EF7-BD4B-5A4695018482}" destId="{D978D296-C207-40C7-8F3F-BAD54306F986}" srcOrd="1" destOrd="0" parTransId="{6061D8AB-882C-413E-B7DD-84C5360B6A21}" sibTransId="{C44F89D8-C610-47B6-9567-04531A503AA0}"/>
    <dgm:cxn modelId="{86E7874A-0571-4A31-AFEA-1793972663D4}" type="presOf" srcId="{7406ED58-CC8A-46B5-92FB-EDCD89B2328C}" destId="{149F0F3E-073B-4306-8CBF-51F6315CB6D6}" srcOrd="1" destOrd="0" presId="urn:microsoft.com/office/officeart/2005/8/layout/process1"/>
    <dgm:cxn modelId="{A8178886-7A27-42A6-82E9-9E1AFA05F1BB}" type="presOf" srcId="{C44F89D8-C610-47B6-9567-04531A503AA0}" destId="{ECBB4793-4329-4254-8084-64EDF1810B05}" srcOrd="1" destOrd="0" presId="urn:microsoft.com/office/officeart/2005/8/layout/process1"/>
    <dgm:cxn modelId="{8089E5A1-FF52-4A72-B85A-0D24FB5A81F4}" type="presOf" srcId="{C44F89D8-C610-47B6-9567-04531A503AA0}" destId="{2282FE19-58FE-4B9D-99E9-9FB1009ADEEE}" srcOrd="0" destOrd="0" presId="urn:microsoft.com/office/officeart/2005/8/layout/process1"/>
    <dgm:cxn modelId="{F2913ED2-5C97-4BB3-A144-91B692D999BD}" type="presOf" srcId="{D978D296-C207-40C7-8F3F-BAD54306F986}" destId="{1D97E41F-F86D-4D2D-9180-83223EE2792E}" srcOrd="0" destOrd="0" presId="urn:microsoft.com/office/officeart/2005/8/layout/process1"/>
    <dgm:cxn modelId="{A30165F3-1749-428A-8D7A-0D4B039A3841}" srcId="{540AD583-2C38-4EF7-BD4B-5A4695018482}" destId="{4F726208-99D3-40F1-AC5F-CAE2948B68A3}" srcOrd="2" destOrd="0" parTransId="{39B28C74-7C83-4292-ADD0-264DA380B00D}" sibTransId="{E09C7DD4-5098-4B45-91A5-926B2A3B26BE}"/>
    <dgm:cxn modelId="{2C11C8DB-EE4E-4B64-A9E2-5AFCF2421C6A}" type="presParOf" srcId="{DDAC6812-4B67-44E7-8509-694D6DF1E34A}" destId="{2EB3EAE7-18D3-4494-9CFC-065F9AD8FCAF}" srcOrd="0" destOrd="0" presId="urn:microsoft.com/office/officeart/2005/8/layout/process1"/>
    <dgm:cxn modelId="{27BDE341-800E-4817-BF04-CC1C9728BFDB}" type="presParOf" srcId="{DDAC6812-4B67-44E7-8509-694D6DF1E34A}" destId="{F2DFF1AE-CB04-4C18-8B0A-26EBFB4CE65C}" srcOrd="1" destOrd="0" presId="urn:microsoft.com/office/officeart/2005/8/layout/process1"/>
    <dgm:cxn modelId="{DC43905D-9451-443D-ACE6-D6705D0AA8E5}" type="presParOf" srcId="{F2DFF1AE-CB04-4C18-8B0A-26EBFB4CE65C}" destId="{149F0F3E-073B-4306-8CBF-51F6315CB6D6}" srcOrd="0" destOrd="0" presId="urn:microsoft.com/office/officeart/2005/8/layout/process1"/>
    <dgm:cxn modelId="{D6088780-8339-44DA-9A14-AD25B069B296}" type="presParOf" srcId="{DDAC6812-4B67-44E7-8509-694D6DF1E34A}" destId="{1D97E41F-F86D-4D2D-9180-83223EE2792E}" srcOrd="2" destOrd="0" presId="urn:microsoft.com/office/officeart/2005/8/layout/process1"/>
    <dgm:cxn modelId="{9108A408-4FB6-4369-A6E6-C484C39245F7}" type="presParOf" srcId="{DDAC6812-4B67-44E7-8509-694D6DF1E34A}" destId="{2282FE19-58FE-4B9D-99E9-9FB1009ADEEE}" srcOrd="3" destOrd="0" presId="urn:microsoft.com/office/officeart/2005/8/layout/process1"/>
    <dgm:cxn modelId="{30DC9F15-086D-4F00-B2B7-B2102417347F}" type="presParOf" srcId="{2282FE19-58FE-4B9D-99E9-9FB1009ADEEE}" destId="{ECBB4793-4329-4254-8084-64EDF1810B05}" srcOrd="0" destOrd="0" presId="urn:microsoft.com/office/officeart/2005/8/layout/process1"/>
    <dgm:cxn modelId="{D5B32D80-0AC3-4B5D-A274-E530CF5EB33E}" type="presParOf" srcId="{DDAC6812-4B67-44E7-8509-694D6DF1E34A}" destId="{BA326D5B-A2F0-408F-AE43-C63A0AA8F3B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40AD583-2C38-4EF7-BD4B-5A4695018482}" type="doc">
      <dgm:prSet loTypeId="urn:microsoft.com/office/officeart/2005/8/layout/process1" loCatId="process" qsTypeId="urn:microsoft.com/office/officeart/2005/8/quickstyle/3d1" qsCatId="3D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485A1693-2659-48F2-A01B-D74B7B550FC8}">
      <dgm:prSet custT="1"/>
      <dgm:spPr/>
      <dgm:t>
        <a:bodyPr/>
        <a:lstStyle/>
        <a:p>
          <a:pPr algn="ctr" rtl="0"/>
          <a:r>
            <a:rPr lang="fr-FR" sz="1200" b="1" dirty="0"/>
            <a:t>Moyenne</a:t>
          </a:r>
          <a:r>
            <a:rPr lang="fr-FR" sz="1200" dirty="0"/>
            <a:t> des prix : 32.28</a:t>
          </a:r>
        </a:p>
      </dgm:t>
    </dgm:pt>
    <dgm:pt modelId="{E3BC19C2-D78C-4667-B276-7D6167B2A3A7}" type="parTrans" cxnId="{8948598D-6C68-45BD-BA76-CEC432707338}">
      <dgm:prSet/>
      <dgm:spPr/>
      <dgm:t>
        <a:bodyPr/>
        <a:lstStyle/>
        <a:p>
          <a:endParaRPr lang="fr-FR" sz="1200"/>
        </a:p>
      </dgm:t>
    </dgm:pt>
    <dgm:pt modelId="{2ABDA746-97C9-44F1-ACBC-E7755F6F11BE}" type="sibTrans" cxnId="{8948598D-6C68-45BD-BA76-CEC432707338}">
      <dgm:prSet custT="1"/>
      <dgm:spPr>
        <a:solidFill>
          <a:schemeClr val="accent5"/>
        </a:solidFill>
      </dgm:spPr>
      <dgm:t>
        <a:bodyPr/>
        <a:lstStyle/>
        <a:p>
          <a:endParaRPr lang="fr-FR" sz="1200">
            <a:solidFill>
              <a:schemeClr val="accent5"/>
            </a:solidFill>
          </a:endParaRPr>
        </a:p>
      </dgm:t>
    </dgm:pt>
    <dgm:pt modelId="{825AA44F-8C17-4063-BC1A-DF097C58FDB7}">
      <dgm:prSet custT="1"/>
      <dgm:spPr/>
      <dgm:t>
        <a:bodyPr/>
        <a:lstStyle/>
        <a:p>
          <a:pPr algn="ctr"/>
          <a:r>
            <a:rPr lang="fr-FR" sz="1200" b="1" dirty="0"/>
            <a:t>Seuil de prix </a:t>
          </a:r>
          <a:r>
            <a:rPr lang="fr-FR" sz="1200" dirty="0"/>
            <a:t>correspondant à Z &gt; 3 : 112.09 €</a:t>
          </a:r>
        </a:p>
      </dgm:t>
    </dgm:pt>
    <dgm:pt modelId="{212331A2-1F78-40DC-BB09-FFEA6E5B3578}" type="parTrans" cxnId="{23DC4F93-A0AD-4EF1-B69F-04520B7DB38A}">
      <dgm:prSet/>
      <dgm:spPr/>
      <dgm:t>
        <a:bodyPr/>
        <a:lstStyle/>
        <a:p>
          <a:endParaRPr lang="fr-FR" sz="1200"/>
        </a:p>
      </dgm:t>
    </dgm:pt>
    <dgm:pt modelId="{479B461F-C593-4979-842A-FE113F048EF1}" type="sibTrans" cxnId="{23DC4F93-A0AD-4EF1-B69F-04520B7DB38A}">
      <dgm:prSet/>
      <dgm:spPr/>
      <dgm:t>
        <a:bodyPr/>
        <a:lstStyle/>
        <a:p>
          <a:endParaRPr lang="fr-FR" sz="1200"/>
        </a:p>
      </dgm:t>
    </dgm:pt>
    <dgm:pt modelId="{7CF7B36C-C354-40FB-A041-0ED48E5F5B5C}">
      <dgm:prSet custT="1"/>
      <dgm:spPr/>
      <dgm:t>
        <a:bodyPr/>
        <a:lstStyle/>
        <a:p>
          <a:pPr algn="ctr"/>
          <a:r>
            <a:rPr lang="fr-FR" sz="1200" b="1" dirty="0"/>
            <a:t>Écart‑type </a:t>
          </a:r>
          <a:r>
            <a:rPr lang="fr-FR" sz="1200" dirty="0"/>
            <a:t>des prix : 26.60</a:t>
          </a:r>
        </a:p>
      </dgm:t>
    </dgm:pt>
    <dgm:pt modelId="{F36D596A-9CFC-41EC-BFD1-C3E31626C79A}" type="parTrans" cxnId="{B32F491A-6EB7-4DCF-9960-1DA4AA3424BC}">
      <dgm:prSet/>
      <dgm:spPr/>
      <dgm:t>
        <a:bodyPr/>
        <a:lstStyle/>
        <a:p>
          <a:endParaRPr lang="fr-FR" sz="1200"/>
        </a:p>
      </dgm:t>
    </dgm:pt>
    <dgm:pt modelId="{00059725-265E-4FAE-BFC9-317A6D62F7A1}" type="sibTrans" cxnId="{B32F491A-6EB7-4DCF-9960-1DA4AA3424BC}">
      <dgm:prSet custT="1"/>
      <dgm:spPr>
        <a:solidFill>
          <a:schemeClr val="accent5"/>
        </a:solidFill>
      </dgm:spPr>
      <dgm:t>
        <a:bodyPr/>
        <a:lstStyle/>
        <a:p>
          <a:endParaRPr lang="fr-FR" sz="1200"/>
        </a:p>
      </dgm:t>
    </dgm:pt>
    <dgm:pt modelId="{DCF4CD92-09A4-4D5D-8107-ACF4E4814557}">
      <dgm:prSet custT="1"/>
      <dgm:spPr/>
      <dgm:t>
        <a:bodyPr/>
        <a:lstStyle/>
        <a:p>
          <a:r>
            <a:rPr lang="fr-FR" sz="1200" b="1" i="0" dirty="0" err="1"/>
            <a:t>z_score</a:t>
          </a:r>
          <a:r>
            <a:rPr lang="fr-FR" sz="1200" b="1" i="0" dirty="0"/>
            <a:t> </a:t>
          </a:r>
          <a:r>
            <a:rPr lang="fr-FR" sz="1200" b="0" i="0" dirty="0"/>
            <a:t>: 1.21</a:t>
          </a:r>
          <a:endParaRPr lang="fr-FR" sz="1200" dirty="0"/>
        </a:p>
      </dgm:t>
    </dgm:pt>
    <dgm:pt modelId="{126F4E9B-99EE-49CF-B58C-D17A36FEA3F4}" type="sibTrans" cxnId="{D2B704AD-7215-469C-B591-00A5B2C9C0F7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5"/>
        </a:solidFill>
        <a:ln>
          <a:noFill/>
        </a:ln>
      </dgm:spPr>
      <dgm:t>
        <a:bodyPr/>
        <a:lstStyle/>
        <a:p>
          <a:endParaRPr lang="fr-FR"/>
        </a:p>
      </dgm:t>
    </dgm:pt>
    <dgm:pt modelId="{FD51E018-365B-42EC-BA09-4321D6FA3C65}" type="parTrans" cxnId="{D2B704AD-7215-469C-B591-00A5B2C9C0F7}">
      <dgm:prSet/>
      <dgm:spPr/>
      <dgm:t>
        <a:bodyPr/>
        <a:lstStyle/>
        <a:p>
          <a:endParaRPr lang="fr-FR"/>
        </a:p>
      </dgm:t>
    </dgm:pt>
    <dgm:pt modelId="{DDAC6812-4B67-44E7-8509-694D6DF1E34A}" type="pres">
      <dgm:prSet presAssocID="{540AD583-2C38-4EF7-BD4B-5A4695018482}" presName="Name0" presStyleCnt="0">
        <dgm:presLayoutVars>
          <dgm:dir/>
          <dgm:resizeHandles val="exact"/>
        </dgm:presLayoutVars>
      </dgm:prSet>
      <dgm:spPr/>
    </dgm:pt>
    <dgm:pt modelId="{0859E03D-FCD0-4B53-A3E8-7D4A754E2383}" type="pres">
      <dgm:prSet presAssocID="{485A1693-2659-48F2-A01B-D74B7B550FC8}" presName="node" presStyleLbl="node1" presStyleIdx="0" presStyleCnt="4" custScaleX="85588">
        <dgm:presLayoutVars>
          <dgm:bulletEnabled val="1"/>
        </dgm:presLayoutVars>
      </dgm:prSet>
      <dgm:spPr/>
    </dgm:pt>
    <dgm:pt modelId="{BA3C445D-032D-4096-A590-021478BFF605}" type="pres">
      <dgm:prSet presAssocID="{2ABDA746-97C9-44F1-ACBC-E7755F6F11BE}" presName="sibTrans" presStyleLbl="sibTrans2D1" presStyleIdx="0" presStyleCnt="3" custScaleX="114912" custScaleY="70501"/>
      <dgm:spPr/>
    </dgm:pt>
    <dgm:pt modelId="{A65B52C6-FE02-4902-B3D7-5BDD699CE32B}" type="pres">
      <dgm:prSet presAssocID="{2ABDA746-97C9-44F1-ACBC-E7755F6F11BE}" presName="connectorText" presStyleLbl="sibTrans2D1" presStyleIdx="0" presStyleCnt="3"/>
      <dgm:spPr/>
    </dgm:pt>
    <dgm:pt modelId="{C718FD0F-F783-4BFB-9C82-06D75306CA51}" type="pres">
      <dgm:prSet presAssocID="{7CF7B36C-C354-40FB-A041-0ED48E5F5B5C}" presName="node" presStyleLbl="node1" presStyleIdx="1" presStyleCnt="4">
        <dgm:presLayoutVars>
          <dgm:bulletEnabled val="1"/>
        </dgm:presLayoutVars>
      </dgm:prSet>
      <dgm:spPr/>
    </dgm:pt>
    <dgm:pt modelId="{3B3E0413-D6FD-4633-BD0B-2CD4DD8780C6}" type="pres">
      <dgm:prSet presAssocID="{00059725-265E-4FAE-BFC9-317A6D62F7A1}" presName="sibTrans" presStyleLbl="sibTrans2D1" presStyleIdx="1" presStyleCnt="3" custScaleY="75515"/>
      <dgm:spPr/>
    </dgm:pt>
    <dgm:pt modelId="{B7B30641-8D62-497C-A5C1-4F48E450BD5B}" type="pres">
      <dgm:prSet presAssocID="{00059725-265E-4FAE-BFC9-317A6D62F7A1}" presName="connectorText" presStyleLbl="sibTrans2D1" presStyleIdx="1" presStyleCnt="3"/>
      <dgm:spPr/>
    </dgm:pt>
    <dgm:pt modelId="{D2490A06-80C6-4E15-BA16-3F4C213D62C1}" type="pres">
      <dgm:prSet presAssocID="{DCF4CD92-09A4-4D5D-8107-ACF4E4814557}" presName="node" presStyleLbl="node1" presStyleIdx="2" presStyleCnt="4">
        <dgm:presLayoutVars>
          <dgm:bulletEnabled val="1"/>
        </dgm:presLayoutVars>
      </dgm:prSet>
      <dgm:spPr/>
    </dgm:pt>
    <dgm:pt modelId="{742C1743-D3B2-491B-815A-CDA2580C4305}" type="pres">
      <dgm:prSet presAssocID="{126F4E9B-99EE-49CF-B58C-D17A36FEA3F4}" presName="sibTrans" presStyleLbl="sibTrans2D1" presStyleIdx="2" presStyleCnt="3" custScaleY="75515"/>
      <dgm:spPr/>
    </dgm:pt>
    <dgm:pt modelId="{F80595D0-43E8-4F4B-A3FD-C95D27DA42A1}" type="pres">
      <dgm:prSet presAssocID="{126F4E9B-99EE-49CF-B58C-D17A36FEA3F4}" presName="connectorText" presStyleLbl="sibTrans2D1" presStyleIdx="2" presStyleCnt="3"/>
      <dgm:spPr/>
    </dgm:pt>
    <dgm:pt modelId="{E3E52DAE-65BF-4ED9-A755-DD0352370BD8}" type="pres">
      <dgm:prSet presAssocID="{825AA44F-8C17-4063-BC1A-DF097C58FDB7}" presName="node" presStyleLbl="node1" presStyleIdx="3" presStyleCnt="4" custLinFactNeighborX="10352" custLinFactNeighborY="-5046">
        <dgm:presLayoutVars>
          <dgm:bulletEnabled val="1"/>
        </dgm:presLayoutVars>
      </dgm:prSet>
      <dgm:spPr/>
    </dgm:pt>
  </dgm:ptLst>
  <dgm:cxnLst>
    <dgm:cxn modelId="{B32F491A-6EB7-4DCF-9960-1DA4AA3424BC}" srcId="{540AD583-2C38-4EF7-BD4B-5A4695018482}" destId="{7CF7B36C-C354-40FB-A041-0ED48E5F5B5C}" srcOrd="1" destOrd="0" parTransId="{F36D596A-9CFC-41EC-BFD1-C3E31626C79A}" sibTransId="{00059725-265E-4FAE-BFC9-317A6D62F7A1}"/>
    <dgm:cxn modelId="{AF973220-49DE-48EA-B802-24BACBEAAE74}" type="presOf" srcId="{00059725-265E-4FAE-BFC9-317A6D62F7A1}" destId="{B7B30641-8D62-497C-A5C1-4F48E450BD5B}" srcOrd="1" destOrd="0" presId="urn:microsoft.com/office/officeart/2005/8/layout/process1"/>
    <dgm:cxn modelId="{0A35642B-C018-417D-ACA6-4E0C5BE2AE31}" type="presOf" srcId="{00059725-265E-4FAE-BFC9-317A6D62F7A1}" destId="{3B3E0413-D6FD-4633-BD0B-2CD4DD8780C6}" srcOrd="0" destOrd="0" presId="urn:microsoft.com/office/officeart/2005/8/layout/process1"/>
    <dgm:cxn modelId="{D2E44D45-9E35-497C-8433-99A486919E8B}" type="presOf" srcId="{7CF7B36C-C354-40FB-A041-0ED48E5F5B5C}" destId="{C718FD0F-F783-4BFB-9C82-06D75306CA51}" srcOrd="0" destOrd="0" presId="urn:microsoft.com/office/officeart/2005/8/layout/process1"/>
    <dgm:cxn modelId="{CA31EF45-B1A5-4647-A828-518488C3A106}" type="presOf" srcId="{540AD583-2C38-4EF7-BD4B-5A4695018482}" destId="{DDAC6812-4B67-44E7-8509-694D6DF1E34A}" srcOrd="0" destOrd="0" presId="urn:microsoft.com/office/officeart/2005/8/layout/process1"/>
    <dgm:cxn modelId="{0346D16C-079E-4D1E-AE61-8E0DA82E82E1}" type="presOf" srcId="{126F4E9B-99EE-49CF-B58C-D17A36FEA3F4}" destId="{F80595D0-43E8-4F4B-A3FD-C95D27DA42A1}" srcOrd="1" destOrd="0" presId="urn:microsoft.com/office/officeart/2005/8/layout/process1"/>
    <dgm:cxn modelId="{82A75A54-EBA7-455D-8800-59972E0EE928}" type="presOf" srcId="{DCF4CD92-09A4-4D5D-8107-ACF4E4814557}" destId="{D2490A06-80C6-4E15-BA16-3F4C213D62C1}" srcOrd="0" destOrd="0" presId="urn:microsoft.com/office/officeart/2005/8/layout/process1"/>
    <dgm:cxn modelId="{A56A9780-9E1F-4277-BBA0-E9688D3001C5}" type="presOf" srcId="{2ABDA746-97C9-44F1-ACBC-E7755F6F11BE}" destId="{A65B52C6-FE02-4902-B3D7-5BDD699CE32B}" srcOrd="1" destOrd="0" presId="urn:microsoft.com/office/officeart/2005/8/layout/process1"/>
    <dgm:cxn modelId="{8948598D-6C68-45BD-BA76-CEC432707338}" srcId="{540AD583-2C38-4EF7-BD4B-5A4695018482}" destId="{485A1693-2659-48F2-A01B-D74B7B550FC8}" srcOrd="0" destOrd="0" parTransId="{E3BC19C2-D78C-4667-B276-7D6167B2A3A7}" sibTransId="{2ABDA746-97C9-44F1-ACBC-E7755F6F11BE}"/>
    <dgm:cxn modelId="{23DC4F93-A0AD-4EF1-B69F-04520B7DB38A}" srcId="{540AD583-2C38-4EF7-BD4B-5A4695018482}" destId="{825AA44F-8C17-4063-BC1A-DF097C58FDB7}" srcOrd="3" destOrd="0" parTransId="{212331A2-1F78-40DC-BB09-FFEA6E5B3578}" sibTransId="{479B461F-C593-4979-842A-FE113F048EF1}"/>
    <dgm:cxn modelId="{38E02999-ABE3-4407-9521-C343B594DF14}" type="presOf" srcId="{126F4E9B-99EE-49CF-B58C-D17A36FEA3F4}" destId="{742C1743-D3B2-491B-815A-CDA2580C4305}" srcOrd="0" destOrd="0" presId="urn:microsoft.com/office/officeart/2005/8/layout/process1"/>
    <dgm:cxn modelId="{D2B704AD-7215-469C-B591-00A5B2C9C0F7}" srcId="{540AD583-2C38-4EF7-BD4B-5A4695018482}" destId="{DCF4CD92-09A4-4D5D-8107-ACF4E4814557}" srcOrd="2" destOrd="0" parTransId="{FD51E018-365B-42EC-BA09-4321D6FA3C65}" sibTransId="{126F4E9B-99EE-49CF-B58C-D17A36FEA3F4}"/>
    <dgm:cxn modelId="{65FA9FC9-E497-49FF-AAF6-13F813C8AFB0}" type="presOf" srcId="{485A1693-2659-48F2-A01B-D74B7B550FC8}" destId="{0859E03D-FCD0-4B53-A3E8-7D4A754E2383}" srcOrd="0" destOrd="0" presId="urn:microsoft.com/office/officeart/2005/8/layout/process1"/>
    <dgm:cxn modelId="{ED9C5DD8-1945-414A-95C7-6318F04F4A62}" type="presOf" srcId="{825AA44F-8C17-4063-BC1A-DF097C58FDB7}" destId="{E3E52DAE-65BF-4ED9-A755-DD0352370BD8}" srcOrd="0" destOrd="0" presId="urn:microsoft.com/office/officeart/2005/8/layout/process1"/>
    <dgm:cxn modelId="{9064C8D8-DB24-4E69-AECD-0FEDCB0AC183}" type="presOf" srcId="{2ABDA746-97C9-44F1-ACBC-E7755F6F11BE}" destId="{BA3C445D-032D-4096-A590-021478BFF605}" srcOrd="0" destOrd="0" presId="urn:microsoft.com/office/officeart/2005/8/layout/process1"/>
    <dgm:cxn modelId="{656FEC48-A0A1-4FA6-A7FB-8FE68DD3486E}" type="presParOf" srcId="{DDAC6812-4B67-44E7-8509-694D6DF1E34A}" destId="{0859E03D-FCD0-4B53-A3E8-7D4A754E2383}" srcOrd="0" destOrd="0" presId="urn:microsoft.com/office/officeart/2005/8/layout/process1"/>
    <dgm:cxn modelId="{21087947-7E63-4323-A7D9-E9551165E114}" type="presParOf" srcId="{DDAC6812-4B67-44E7-8509-694D6DF1E34A}" destId="{BA3C445D-032D-4096-A590-021478BFF605}" srcOrd="1" destOrd="0" presId="urn:microsoft.com/office/officeart/2005/8/layout/process1"/>
    <dgm:cxn modelId="{CA12FCDA-2626-4112-96EF-88547E6D9C4F}" type="presParOf" srcId="{BA3C445D-032D-4096-A590-021478BFF605}" destId="{A65B52C6-FE02-4902-B3D7-5BDD699CE32B}" srcOrd="0" destOrd="0" presId="urn:microsoft.com/office/officeart/2005/8/layout/process1"/>
    <dgm:cxn modelId="{B4DD5E95-2E31-4723-9E2C-76005F99880D}" type="presParOf" srcId="{DDAC6812-4B67-44E7-8509-694D6DF1E34A}" destId="{C718FD0F-F783-4BFB-9C82-06D75306CA51}" srcOrd="2" destOrd="0" presId="urn:microsoft.com/office/officeart/2005/8/layout/process1"/>
    <dgm:cxn modelId="{B816216B-44D6-46F6-9D7A-613BE464102C}" type="presParOf" srcId="{DDAC6812-4B67-44E7-8509-694D6DF1E34A}" destId="{3B3E0413-D6FD-4633-BD0B-2CD4DD8780C6}" srcOrd="3" destOrd="0" presId="urn:microsoft.com/office/officeart/2005/8/layout/process1"/>
    <dgm:cxn modelId="{8E689CEF-20B5-4B05-BBDE-7FFF17A82684}" type="presParOf" srcId="{3B3E0413-D6FD-4633-BD0B-2CD4DD8780C6}" destId="{B7B30641-8D62-497C-A5C1-4F48E450BD5B}" srcOrd="0" destOrd="0" presId="urn:microsoft.com/office/officeart/2005/8/layout/process1"/>
    <dgm:cxn modelId="{CAAF5688-70AF-4AB9-AF5E-F807AAA43F38}" type="presParOf" srcId="{DDAC6812-4B67-44E7-8509-694D6DF1E34A}" destId="{D2490A06-80C6-4E15-BA16-3F4C213D62C1}" srcOrd="4" destOrd="0" presId="urn:microsoft.com/office/officeart/2005/8/layout/process1"/>
    <dgm:cxn modelId="{02D6FA7F-2392-4E04-9B54-F2CA2FA95847}" type="presParOf" srcId="{DDAC6812-4B67-44E7-8509-694D6DF1E34A}" destId="{742C1743-D3B2-491B-815A-CDA2580C4305}" srcOrd="5" destOrd="0" presId="urn:microsoft.com/office/officeart/2005/8/layout/process1"/>
    <dgm:cxn modelId="{4F2AD89B-29D3-4443-BE8B-FF3ECD82BE69}" type="presParOf" srcId="{742C1743-D3B2-491B-815A-CDA2580C4305}" destId="{F80595D0-43E8-4F4B-A3FD-C95D27DA42A1}" srcOrd="0" destOrd="0" presId="urn:microsoft.com/office/officeart/2005/8/layout/process1"/>
    <dgm:cxn modelId="{29A0D5DE-1454-4863-AA6F-F2521CA95B46}" type="presParOf" srcId="{DDAC6812-4B67-44E7-8509-694D6DF1E34A}" destId="{E3E52DAE-65BF-4ED9-A755-DD0352370BD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4176018-5A7C-4441-BA9F-2EC6C37B91B9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fr-FR"/>
        </a:p>
      </dgm:t>
    </dgm:pt>
    <dgm:pt modelId="{05AF0212-3838-4B39-B5D1-86FD3AC0730F}">
      <dgm:prSet phldrT="[Texte]" phldr="0" custT="1"/>
      <dgm:spPr/>
      <dgm:t>
        <a:bodyPr/>
        <a:lstStyle/>
        <a:p>
          <a:r>
            <a:rPr lang="fr-FR" sz="1200" dirty="0">
              <a:latin typeface="+mn-lt"/>
            </a:rPr>
            <a:t>Product_type</a:t>
          </a:r>
        </a:p>
      </dgm:t>
    </dgm:pt>
    <dgm:pt modelId="{55C732AD-060C-4BCC-BFDD-5BCCCDA42303}" type="parTrans" cxnId="{A902D519-FD0D-49FD-A0E3-B85DDA317505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4AF4B2BB-EB9B-4767-B6C6-EBF6667C8134}" type="sibTrans" cxnId="{A902D519-FD0D-49FD-A0E3-B85DDA317505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5639B17A-E69B-4CAB-8185-3F6F9853C5EB}">
      <dgm:prSet phldrT="[Texte]" custT="1"/>
      <dgm:spPr/>
      <dgm:t>
        <a:bodyPr/>
        <a:lstStyle/>
        <a:p>
          <a:r>
            <a:rPr lang="fr-FR" sz="1200" b="0" dirty="0">
              <a:latin typeface="+mn-lt"/>
            </a:rPr>
            <a:t>Cognac Champagne Whisky</a:t>
          </a:r>
        </a:p>
      </dgm:t>
    </dgm:pt>
    <dgm:pt modelId="{E4C754E8-69AD-49F8-A35B-F2B32DE2AF7A}" type="parTrans" cxnId="{A454CAEF-F39B-4D35-8DF5-43572C0860C0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4213CE0B-146C-4A4D-80E9-9C4E0B46EE53}" type="sibTrans" cxnId="{A454CAEF-F39B-4D35-8DF5-43572C0860C0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72E1104F-15C7-4CFB-AF02-0D67BA683F7D}">
      <dgm:prSet phldrT="[Texte]" custT="1"/>
      <dgm:spPr/>
      <dgm:t>
        <a:bodyPr/>
        <a:lstStyle/>
        <a:p>
          <a:r>
            <a:rPr lang="fr-FR" sz="1200" b="0" dirty="0">
              <a:latin typeface="+mn-lt"/>
            </a:rPr>
            <a:t> Grand Cru, 1er Cru, Millésimé, XO et Single Cask</a:t>
          </a:r>
        </a:p>
      </dgm:t>
    </dgm:pt>
    <dgm:pt modelId="{20A2ED5F-486E-4F5B-9CA5-37180B418959}" type="sibTrans" cxnId="{DAC8CB93-6F01-4E82-B012-1720970D1665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8DD105FE-1932-4D16-989C-2021B46A711E}" type="parTrans" cxnId="{DAC8CB93-6F01-4E82-B012-1720970D1665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935F06D3-8FD0-4946-8938-05A55E252251}">
      <dgm:prSet phldrT="[Texte]" phldr="0" custT="1"/>
      <dgm:spPr/>
      <dgm:t>
        <a:bodyPr/>
        <a:lstStyle/>
        <a:p>
          <a:r>
            <a:rPr lang="fr-FR" sz="1200" dirty="0" err="1">
              <a:latin typeface="+mn-lt"/>
            </a:rPr>
            <a:t>Post_title</a:t>
          </a:r>
          <a:r>
            <a:rPr lang="fr-FR" sz="1200" dirty="0">
              <a:latin typeface="+mn-lt"/>
            </a:rPr>
            <a:t> </a:t>
          </a:r>
        </a:p>
      </dgm:t>
    </dgm:pt>
    <dgm:pt modelId="{79428927-C24F-4ED9-BAF0-7AFF6F9EEFCF}" type="sibTrans" cxnId="{534C6321-D5B0-4107-878F-2AF11594A277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AD8EDF7A-70E3-4E7F-B746-6AB74BA0D6AF}" type="parTrans" cxnId="{534C6321-D5B0-4107-878F-2AF11594A277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F3F1D97E-B5E5-407D-8D9F-A24C68B5CF22}">
      <dgm:prSet phldrT="[Texte]" phldr="0" custT="1"/>
      <dgm:spPr/>
      <dgm:t>
        <a:bodyPr/>
        <a:lstStyle/>
        <a:p>
          <a:r>
            <a:rPr lang="fr-FR" sz="1200" dirty="0">
              <a:latin typeface="+mn-lt"/>
            </a:rPr>
            <a:t>Purchase_price</a:t>
          </a:r>
        </a:p>
      </dgm:t>
    </dgm:pt>
    <dgm:pt modelId="{1C3F7C36-B605-42C8-98DA-B16CC4F351CC}" type="parTrans" cxnId="{6711E32D-9159-4335-8413-22AE180195AD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44ACF9DD-F277-4EB8-9A1D-DA8C4E9C5058}" type="sibTrans" cxnId="{6711E32D-9159-4335-8413-22AE180195AD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E7FF9AB6-C2C7-4908-A7E2-73384F6EF40E}">
      <dgm:prSet phldrT="[Texte]" custT="1"/>
      <dgm:spPr/>
      <dgm:t>
        <a:bodyPr/>
        <a:lstStyle/>
        <a:p>
          <a:r>
            <a:rPr lang="fr-FR" sz="1200" b="1" dirty="0">
              <a:latin typeface="+mn-lt"/>
            </a:rPr>
            <a:t>Justification des prix élevés des produits </a:t>
          </a:r>
        </a:p>
      </dgm:t>
    </dgm:pt>
    <dgm:pt modelId="{B00C0042-E5F3-4360-A583-47BA07E9D968}" type="sibTrans" cxnId="{A8E116A3-8216-4B14-B896-27B4EDAB17B0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7FF9424C-CFB2-467F-BC8E-CD4A34CA4121}" type="parTrans" cxnId="{A8E116A3-8216-4B14-B896-27B4EDAB17B0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A4E9DB85-91DC-428E-9841-8275EE749B82}">
      <dgm:prSet phldrT="[Texte]" custT="1"/>
      <dgm:spPr/>
      <dgm:t>
        <a:bodyPr/>
        <a:lstStyle/>
        <a:p>
          <a:r>
            <a:rPr lang="fr-FR" sz="1200" b="0" dirty="0">
              <a:latin typeface="+mn-lt"/>
            </a:rPr>
            <a:t>Prix élevés </a:t>
          </a:r>
        </a:p>
      </dgm:t>
    </dgm:pt>
    <dgm:pt modelId="{2FD14968-67DA-4E85-85C1-79EA4A7640A5}" type="parTrans" cxnId="{2A646B49-486A-46A6-B964-7FFAE4E7B18A}">
      <dgm:prSet/>
      <dgm:spPr/>
      <dgm:t>
        <a:bodyPr/>
        <a:lstStyle/>
        <a:p>
          <a:endParaRPr lang="fr-FR"/>
        </a:p>
      </dgm:t>
    </dgm:pt>
    <dgm:pt modelId="{0089FE63-8C90-4491-B016-E3CFC81558C4}" type="sibTrans" cxnId="{2A646B49-486A-46A6-B964-7FFAE4E7B18A}">
      <dgm:prSet/>
      <dgm:spPr/>
      <dgm:t>
        <a:bodyPr/>
        <a:lstStyle/>
        <a:p>
          <a:endParaRPr lang="fr-FR"/>
        </a:p>
      </dgm:t>
    </dgm:pt>
    <dgm:pt modelId="{8459F8E5-4A06-48A9-946E-21C8D473A296}" type="pres">
      <dgm:prSet presAssocID="{F4176018-5A7C-4441-BA9F-2EC6C37B91B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5CAA979-344F-4826-82B7-91C7EF49ADCC}" type="pres">
      <dgm:prSet presAssocID="{E7FF9AB6-C2C7-4908-A7E2-73384F6EF40E}" presName="hierRoot1" presStyleCnt="0"/>
      <dgm:spPr/>
    </dgm:pt>
    <dgm:pt modelId="{BF71DB82-C123-4C78-816E-344191CE078D}" type="pres">
      <dgm:prSet presAssocID="{E7FF9AB6-C2C7-4908-A7E2-73384F6EF40E}" presName="composite" presStyleCnt="0"/>
      <dgm:spPr/>
    </dgm:pt>
    <dgm:pt modelId="{9DC9F3FC-8072-4BF6-BADE-AC1F0E3B1665}" type="pres">
      <dgm:prSet presAssocID="{E7FF9AB6-C2C7-4908-A7E2-73384F6EF40E}" presName="background" presStyleLbl="node0" presStyleIdx="0" presStyleCnt="2"/>
      <dgm:spPr/>
    </dgm:pt>
    <dgm:pt modelId="{07D0E021-3F3C-414C-A066-16DE720D45B4}" type="pres">
      <dgm:prSet presAssocID="{E7FF9AB6-C2C7-4908-A7E2-73384F6EF40E}" presName="text" presStyleLbl="fgAcc0" presStyleIdx="0" presStyleCnt="2" custScaleX="139455" custLinFactNeighborX="-1907" custLinFactNeighborY="-14958">
        <dgm:presLayoutVars>
          <dgm:chPref val="3"/>
        </dgm:presLayoutVars>
      </dgm:prSet>
      <dgm:spPr/>
    </dgm:pt>
    <dgm:pt modelId="{E15076CD-0207-46D2-AF92-0F68964F967C}" type="pres">
      <dgm:prSet presAssocID="{E7FF9AB6-C2C7-4908-A7E2-73384F6EF40E}" presName="hierChild2" presStyleCnt="0"/>
      <dgm:spPr/>
    </dgm:pt>
    <dgm:pt modelId="{3488BDCB-4738-40B4-9C9E-E10298C36962}" type="pres">
      <dgm:prSet presAssocID="{AD8EDF7A-70E3-4E7F-B746-6AB74BA0D6AF}" presName="Name10" presStyleLbl="parChTrans1D2" presStyleIdx="0" presStyleCnt="3"/>
      <dgm:spPr/>
    </dgm:pt>
    <dgm:pt modelId="{DAF61756-86FB-4682-B561-A8DF587CDA10}" type="pres">
      <dgm:prSet presAssocID="{935F06D3-8FD0-4946-8938-05A55E252251}" presName="hierRoot2" presStyleCnt="0"/>
      <dgm:spPr/>
    </dgm:pt>
    <dgm:pt modelId="{F606C1A0-102A-4A6E-B79F-CA10635557AD}" type="pres">
      <dgm:prSet presAssocID="{935F06D3-8FD0-4946-8938-05A55E252251}" presName="composite2" presStyleCnt="0"/>
      <dgm:spPr/>
    </dgm:pt>
    <dgm:pt modelId="{D5A41F6B-02B3-47A1-A3DC-4C2322E49E57}" type="pres">
      <dgm:prSet presAssocID="{935F06D3-8FD0-4946-8938-05A55E252251}" presName="background2" presStyleLbl="node2" presStyleIdx="0" presStyleCnt="3"/>
      <dgm:spPr/>
    </dgm:pt>
    <dgm:pt modelId="{1929B68A-F433-492E-A032-7E20B63FCA4C}" type="pres">
      <dgm:prSet presAssocID="{935F06D3-8FD0-4946-8938-05A55E252251}" presName="text2" presStyleLbl="fgAcc2" presStyleIdx="0" presStyleCnt="3" custScaleX="105866">
        <dgm:presLayoutVars>
          <dgm:chPref val="3"/>
        </dgm:presLayoutVars>
      </dgm:prSet>
      <dgm:spPr/>
    </dgm:pt>
    <dgm:pt modelId="{ED802A95-C8DE-470B-AC01-EEAA51707C89}" type="pres">
      <dgm:prSet presAssocID="{935F06D3-8FD0-4946-8938-05A55E252251}" presName="hierChild3" presStyleCnt="0"/>
      <dgm:spPr/>
    </dgm:pt>
    <dgm:pt modelId="{AB589DCA-99BD-4D77-8A32-42B0756E6D8A}" type="pres">
      <dgm:prSet presAssocID="{8DD105FE-1932-4D16-989C-2021B46A711E}" presName="Name17" presStyleLbl="parChTrans1D3" presStyleIdx="0" presStyleCnt="2"/>
      <dgm:spPr/>
    </dgm:pt>
    <dgm:pt modelId="{8EB7E124-5910-40A5-A89E-FCD7B3726F8A}" type="pres">
      <dgm:prSet presAssocID="{72E1104F-15C7-4CFB-AF02-0D67BA683F7D}" presName="hierRoot3" presStyleCnt="0"/>
      <dgm:spPr/>
    </dgm:pt>
    <dgm:pt modelId="{964E6F44-18F2-4820-B67A-3E918449C181}" type="pres">
      <dgm:prSet presAssocID="{72E1104F-15C7-4CFB-AF02-0D67BA683F7D}" presName="composite3" presStyleCnt="0"/>
      <dgm:spPr/>
    </dgm:pt>
    <dgm:pt modelId="{50DF01BD-14FE-40DC-B87F-DF53A752E805}" type="pres">
      <dgm:prSet presAssocID="{72E1104F-15C7-4CFB-AF02-0D67BA683F7D}" presName="background3" presStyleLbl="node3" presStyleIdx="0" presStyleCnt="2"/>
      <dgm:spPr/>
    </dgm:pt>
    <dgm:pt modelId="{CCC54930-D319-42DE-BE84-83C3A46C3158}" type="pres">
      <dgm:prSet presAssocID="{72E1104F-15C7-4CFB-AF02-0D67BA683F7D}" presName="text3" presStyleLbl="fgAcc3" presStyleIdx="0" presStyleCnt="2" custScaleX="108451">
        <dgm:presLayoutVars>
          <dgm:chPref val="3"/>
        </dgm:presLayoutVars>
      </dgm:prSet>
      <dgm:spPr/>
    </dgm:pt>
    <dgm:pt modelId="{6304A519-F13F-4F0C-973F-9D09345E8441}" type="pres">
      <dgm:prSet presAssocID="{72E1104F-15C7-4CFB-AF02-0D67BA683F7D}" presName="hierChild4" presStyleCnt="0"/>
      <dgm:spPr/>
    </dgm:pt>
    <dgm:pt modelId="{8D0F058A-28CC-44B4-842C-DE7903922D8A}" type="pres">
      <dgm:prSet presAssocID="{55C732AD-060C-4BCC-BFDD-5BCCCDA42303}" presName="Name10" presStyleLbl="parChTrans1D2" presStyleIdx="1" presStyleCnt="3"/>
      <dgm:spPr/>
    </dgm:pt>
    <dgm:pt modelId="{3398F4BE-7297-4BC5-B709-B6176FE72B4F}" type="pres">
      <dgm:prSet presAssocID="{05AF0212-3838-4B39-B5D1-86FD3AC0730F}" presName="hierRoot2" presStyleCnt="0"/>
      <dgm:spPr/>
    </dgm:pt>
    <dgm:pt modelId="{80776813-6852-4D4C-9B45-C0574A0BEC95}" type="pres">
      <dgm:prSet presAssocID="{05AF0212-3838-4B39-B5D1-86FD3AC0730F}" presName="composite2" presStyleCnt="0"/>
      <dgm:spPr/>
    </dgm:pt>
    <dgm:pt modelId="{196421C6-AC4A-428B-8FEC-4D7C300D5C8C}" type="pres">
      <dgm:prSet presAssocID="{05AF0212-3838-4B39-B5D1-86FD3AC0730F}" presName="background2" presStyleLbl="node2" presStyleIdx="1" presStyleCnt="3"/>
      <dgm:spPr/>
    </dgm:pt>
    <dgm:pt modelId="{2CD65A67-F32F-4B99-9544-FD22E3607695}" type="pres">
      <dgm:prSet presAssocID="{05AF0212-3838-4B39-B5D1-86FD3AC0730F}" presName="text2" presStyleLbl="fgAcc2" presStyleIdx="1" presStyleCnt="3" custScaleX="110552">
        <dgm:presLayoutVars>
          <dgm:chPref val="3"/>
        </dgm:presLayoutVars>
      </dgm:prSet>
      <dgm:spPr/>
    </dgm:pt>
    <dgm:pt modelId="{A6F8F8D6-571D-4365-BED7-34396E6BA133}" type="pres">
      <dgm:prSet presAssocID="{05AF0212-3838-4B39-B5D1-86FD3AC0730F}" presName="hierChild3" presStyleCnt="0"/>
      <dgm:spPr/>
    </dgm:pt>
    <dgm:pt modelId="{0CC18497-0749-4CE7-8591-AE6D52C30BF1}" type="pres">
      <dgm:prSet presAssocID="{E4C754E8-69AD-49F8-A35B-F2B32DE2AF7A}" presName="Name17" presStyleLbl="parChTrans1D3" presStyleIdx="1" presStyleCnt="2"/>
      <dgm:spPr/>
    </dgm:pt>
    <dgm:pt modelId="{04CE545E-FEAC-4A04-B1E4-45495E48384A}" type="pres">
      <dgm:prSet presAssocID="{5639B17A-E69B-4CAB-8185-3F6F9853C5EB}" presName="hierRoot3" presStyleCnt="0"/>
      <dgm:spPr/>
    </dgm:pt>
    <dgm:pt modelId="{CE75F65E-ABA2-436D-82CF-8995DCB5DBE7}" type="pres">
      <dgm:prSet presAssocID="{5639B17A-E69B-4CAB-8185-3F6F9853C5EB}" presName="composite3" presStyleCnt="0"/>
      <dgm:spPr/>
    </dgm:pt>
    <dgm:pt modelId="{D0E0D9B1-C38D-4773-9AEE-C88F60BB6419}" type="pres">
      <dgm:prSet presAssocID="{5639B17A-E69B-4CAB-8185-3F6F9853C5EB}" presName="background3" presStyleLbl="node3" presStyleIdx="1" presStyleCnt="2"/>
      <dgm:spPr/>
    </dgm:pt>
    <dgm:pt modelId="{F295182B-2E9A-4EA0-888F-B8B415950A2F}" type="pres">
      <dgm:prSet presAssocID="{5639B17A-E69B-4CAB-8185-3F6F9853C5EB}" presName="text3" presStyleLbl="fgAcc3" presStyleIdx="1" presStyleCnt="2" custScaleX="103202">
        <dgm:presLayoutVars>
          <dgm:chPref val="3"/>
        </dgm:presLayoutVars>
      </dgm:prSet>
      <dgm:spPr/>
    </dgm:pt>
    <dgm:pt modelId="{0A29F29E-C968-4FDD-B13B-3E52255DFF30}" type="pres">
      <dgm:prSet presAssocID="{5639B17A-E69B-4CAB-8185-3F6F9853C5EB}" presName="hierChild4" presStyleCnt="0"/>
      <dgm:spPr/>
    </dgm:pt>
    <dgm:pt modelId="{CC7A0DC0-0B35-4B32-8487-E5BC4CDBECAE}" type="pres">
      <dgm:prSet presAssocID="{1C3F7C36-B605-42C8-98DA-B16CC4F351CC}" presName="Name10" presStyleLbl="parChTrans1D2" presStyleIdx="2" presStyleCnt="3"/>
      <dgm:spPr/>
    </dgm:pt>
    <dgm:pt modelId="{449A70E3-FB54-43AA-8C7B-24837523B386}" type="pres">
      <dgm:prSet presAssocID="{F3F1D97E-B5E5-407D-8D9F-A24C68B5CF22}" presName="hierRoot2" presStyleCnt="0"/>
      <dgm:spPr/>
    </dgm:pt>
    <dgm:pt modelId="{5B83C1E5-DE3E-429E-8939-099F2BE05764}" type="pres">
      <dgm:prSet presAssocID="{F3F1D97E-B5E5-407D-8D9F-A24C68B5CF22}" presName="composite2" presStyleCnt="0"/>
      <dgm:spPr/>
    </dgm:pt>
    <dgm:pt modelId="{F6577594-75C8-4114-946C-6C4D345A0089}" type="pres">
      <dgm:prSet presAssocID="{F3F1D97E-B5E5-407D-8D9F-A24C68B5CF22}" presName="background2" presStyleLbl="node2" presStyleIdx="2" presStyleCnt="3"/>
      <dgm:spPr/>
    </dgm:pt>
    <dgm:pt modelId="{0CB51649-74F1-4ADA-99EF-4B027811BEC5}" type="pres">
      <dgm:prSet presAssocID="{F3F1D97E-B5E5-407D-8D9F-A24C68B5CF22}" presName="text2" presStyleLbl="fgAcc2" presStyleIdx="2" presStyleCnt="3" custScaleX="109659">
        <dgm:presLayoutVars>
          <dgm:chPref val="3"/>
        </dgm:presLayoutVars>
      </dgm:prSet>
      <dgm:spPr/>
    </dgm:pt>
    <dgm:pt modelId="{913D6AFC-D666-4CF9-9847-46CBD42364DA}" type="pres">
      <dgm:prSet presAssocID="{F3F1D97E-B5E5-407D-8D9F-A24C68B5CF22}" presName="hierChild3" presStyleCnt="0"/>
      <dgm:spPr/>
    </dgm:pt>
    <dgm:pt modelId="{A260F0E5-A74B-4FB9-A6F3-FD9839A12B68}" type="pres">
      <dgm:prSet presAssocID="{A4E9DB85-91DC-428E-9841-8275EE749B82}" presName="hierRoot1" presStyleCnt="0"/>
      <dgm:spPr/>
    </dgm:pt>
    <dgm:pt modelId="{6ADCD1E8-2E7F-43B7-B3EA-0AA008F54354}" type="pres">
      <dgm:prSet presAssocID="{A4E9DB85-91DC-428E-9841-8275EE749B82}" presName="composite" presStyleCnt="0"/>
      <dgm:spPr/>
    </dgm:pt>
    <dgm:pt modelId="{604CE54A-7A70-4F48-B070-D8535BB5A627}" type="pres">
      <dgm:prSet presAssocID="{A4E9DB85-91DC-428E-9841-8275EE749B82}" presName="background" presStyleLbl="node0" presStyleIdx="1" presStyleCnt="2"/>
      <dgm:spPr/>
    </dgm:pt>
    <dgm:pt modelId="{21A20D50-60BB-4B49-AC60-F1A9B3D715BC}" type="pres">
      <dgm:prSet presAssocID="{A4E9DB85-91DC-428E-9841-8275EE749B82}" presName="text" presStyleLbl="fgAcc0" presStyleIdx="1" presStyleCnt="2" custScaleX="104171" custScaleY="97680" custLinFactY="118415" custLinFactNeighborX="-4426" custLinFactNeighborY="200000">
        <dgm:presLayoutVars>
          <dgm:chPref val="3"/>
        </dgm:presLayoutVars>
      </dgm:prSet>
      <dgm:spPr/>
    </dgm:pt>
    <dgm:pt modelId="{F202DD10-8AA9-4CF0-BBB1-60A34249ADF5}" type="pres">
      <dgm:prSet presAssocID="{A4E9DB85-91DC-428E-9841-8275EE749B82}" presName="hierChild2" presStyleCnt="0"/>
      <dgm:spPr/>
    </dgm:pt>
  </dgm:ptLst>
  <dgm:cxnLst>
    <dgm:cxn modelId="{BB0B050C-CA09-44E3-A5F1-172FB1096344}" type="presOf" srcId="{8DD105FE-1932-4D16-989C-2021B46A711E}" destId="{AB589DCA-99BD-4D77-8A32-42B0756E6D8A}" srcOrd="0" destOrd="0" presId="urn:microsoft.com/office/officeart/2005/8/layout/hierarchy1"/>
    <dgm:cxn modelId="{A902D519-FD0D-49FD-A0E3-B85DDA317505}" srcId="{E7FF9AB6-C2C7-4908-A7E2-73384F6EF40E}" destId="{05AF0212-3838-4B39-B5D1-86FD3AC0730F}" srcOrd="1" destOrd="0" parTransId="{55C732AD-060C-4BCC-BFDD-5BCCCDA42303}" sibTransId="{4AF4B2BB-EB9B-4767-B6C6-EBF6667C8134}"/>
    <dgm:cxn modelId="{C671701A-8F88-40F7-B9B9-77FC77EDFB43}" type="presOf" srcId="{1C3F7C36-B605-42C8-98DA-B16CC4F351CC}" destId="{CC7A0DC0-0B35-4B32-8487-E5BC4CDBECAE}" srcOrd="0" destOrd="0" presId="urn:microsoft.com/office/officeart/2005/8/layout/hierarchy1"/>
    <dgm:cxn modelId="{DCE0EE1E-5DF7-4F81-BDAB-203B34FAC33E}" type="presOf" srcId="{55C732AD-060C-4BCC-BFDD-5BCCCDA42303}" destId="{8D0F058A-28CC-44B4-842C-DE7903922D8A}" srcOrd="0" destOrd="0" presId="urn:microsoft.com/office/officeart/2005/8/layout/hierarchy1"/>
    <dgm:cxn modelId="{534C6321-D5B0-4107-878F-2AF11594A277}" srcId="{E7FF9AB6-C2C7-4908-A7E2-73384F6EF40E}" destId="{935F06D3-8FD0-4946-8938-05A55E252251}" srcOrd="0" destOrd="0" parTransId="{AD8EDF7A-70E3-4E7F-B746-6AB74BA0D6AF}" sibTransId="{79428927-C24F-4ED9-BAF0-7AFF6F9EEFCF}"/>
    <dgm:cxn modelId="{129FA926-801E-4299-8A65-4B01A8E53ADB}" type="presOf" srcId="{F3F1D97E-B5E5-407D-8D9F-A24C68B5CF22}" destId="{0CB51649-74F1-4ADA-99EF-4B027811BEC5}" srcOrd="0" destOrd="0" presId="urn:microsoft.com/office/officeart/2005/8/layout/hierarchy1"/>
    <dgm:cxn modelId="{6711E32D-9159-4335-8413-22AE180195AD}" srcId="{E7FF9AB6-C2C7-4908-A7E2-73384F6EF40E}" destId="{F3F1D97E-B5E5-407D-8D9F-A24C68B5CF22}" srcOrd="2" destOrd="0" parTransId="{1C3F7C36-B605-42C8-98DA-B16CC4F351CC}" sibTransId="{44ACF9DD-F277-4EB8-9A1D-DA8C4E9C5058}"/>
    <dgm:cxn modelId="{2A646B49-486A-46A6-B964-7FFAE4E7B18A}" srcId="{F4176018-5A7C-4441-BA9F-2EC6C37B91B9}" destId="{A4E9DB85-91DC-428E-9841-8275EE749B82}" srcOrd="1" destOrd="0" parTransId="{2FD14968-67DA-4E85-85C1-79EA4A7640A5}" sibTransId="{0089FE63-8C90-4491-B016-E3CFC81558C4}"/>
    <dgm:cxn modelId="{31C9EE4E-A30F-422B-B7F9-75482CCEF954}" type="presOf" srcId="{F4176018-5A7C-4441-BA9F-2EC6C37B91B9}" destId="{8459F8E5-4A06-48A9-946E-21C8D473A296}" srcOrd="0" destOrd="0" presId="urn:microsoft.com/office/officeart/2005/8/layout/hierarchy1"/>
    <dgm:cxn modelId="{323B0C56-A411-4A74-A56C-1CDEC9F7BF29}" type="presOf" srcId="{05AF0212-3838-4B39-B5D1-86FD3AC0730F}" destId="{2CD65A67-F32F-4B99-9544-FD22E3607695}" srcOrd="0" destOrd="0" presId="urn:microsoft.com/office/officeart/2005/8/layout/hierarchy1"/>
    <dgm:cxn modelId="{F597EF58-6D21-41C8-83DE-39A08C0BDEE9}" type="presOf" srcId="{E4C754E8-69AD-49F8-A35B-F2B32DE2AF7A}" destId="{0CC18497-0749-4CE7-8591-AE6D52C30BF1}" srcOrd="0" destOrd="0" presId="urn:microsoft.com/office/officeart/2005/8/layout/hierarchy1"/>
    <dgm:cxn modelId="{DAC8CB93-6F01-4E82-B012-1720970D1665}" srcId="{935F06D3-8FD0-4946-8938-05A55E252251}" destId="{72E1104F-15C7-4CFB-AF02-0D67BA683F7D}" srcOrd="0" destOrd="0" parTransId="{8DD105FE-1932-4D16-989C-2021B46A711E}" sibTransId="{20A2ED5F-486E-4F5B-9CA5-37180B418959}"/>
    <dgm:cxn modelId="{A8E116A3-8216-4B14-B896-27B4EDAB17B0}" srcId="{F4176018-5A7C-4441-BA9F-2EC6C37B91B9}" destId="{E7FF9AB6-C2C7-4908-A7E2-73384F6EF40E}" srcOrd="0" destOrd="0" parTransId="{7FF9424C-CFB2-467F-BC8E-CD4A34CA4121}" sibTransId="{B00C0042-E5F3-4360-A583-47BA07E9D968}"/>
    <dgm:cxn modelId="{390291AA-7B8C-4BA0-8E28-E0EEB6405900}" type="presOf" srcId="{AD8EDF7A-70E3-4E7F-B746-6AB74BA0D6AF}" destId="{3488BDCB-4738-40B4-9C9E-E10298C36962}" srcOrd="0" destOrd="0" presId="urn:microsoft.com/office/officeart/2005/8/layout/hierarchy1"/>
    <dgm:cxn modelId="{D3DCA2B8-03AC-4544-AB98-C3269FBEB16E}" type="presOf" srcId="{935F06D3-8FD0-4946-8938-05A55E252251}" destId="{1929B68A-F433-492E-A032-7E20B63FCA4C}" srcOrd="0" destOrd="0" presId="urn:microsoft.com/office/officeart/2005/8/layout/hierarchy1"/>
    <dgm:cxn modelId="{A7F652C5-E01E-4CF6-A15B-19AAABA3F6B4}" type="presOf" srcId="{72E1104F-15C7-4CFB-AF02-0D67BA683F7D}" destId="{CCC54930-D319-42DE-BE84-83C3A46C3158}" srcOrd="0" destOrd="0" presId="urn:microsoft.com/office/officeart/2005/8/layout/hierarchy1"/>
    <dgm:cxn modelId="{814167C6-28FF-4030-9DB7-A33E57848A04}" type="presOf" srcId="{A4E9DB85-91DC-428E-9841-8275EE749B82}" destId="{21A20D50-60BB-4B49-AC60-F1A9B3D715BC}" srcOrd="0" destOrd="0" presId="urn:microsoft.com/office/officeart/2005/8/layout/hierarchy1"/>
    <dgm:cxn modelId="{04C9DED1-CDDD-4FBE-91BD-43335ACA6AA6}" type="presOf" srcId="{E7FF9AB6-C2C7-4908-A7E2-73384F6EF40E}" destId="{07D0E021-3F3C-414C-A066-16DE720D45B4}" srcOrd="0" destOrd="0" presId="urn:microsoft.com/office/officeart/2005/8/layout/hierarchy1"/>
    <dgm:cxn modelId="{49FEC5D8-1626-4084-83D7-9F6A19585E28}" type="presOf" srcId="{5639B17A-E69B-4CAB-8185-3F6F9853C5EB}" destId="{F295182B-2E9A-4EA0-888F-B8B415950A2F}" srcOrd="0" destOrd="0" presId="urn:microsoft.com/office/officeart/2005/8/layout/hierarchy1"/>
    <dgm:cxn modelId="{A454CAEF-F39B-4D35-8DF5-43572C0860C0}" srcId="{05AF0212-3838-4B39-B5D1-86FD3AC0730F}" destId="{5639B17A-E69B-4CAB-8185-3F6F9853C5EB}" srcOrd="0" destOrd="0" parTransId="{E4C754E8-69AD-49F8-A35B-F2B32DE2AF7A}" sibTransId="{4213CE0B-146C-4A4D-80E9-9C4E0B46EE53}"/>
    <dgm:cxn modelId="{0BE39421-04F3-4156-AC03-E5DD1369EFBC}" type="presParOf" srcId="{8459F8E5-4A06-48A9-946E-21C8D473A296}" destId="{15CAA979-344F-4826-82B7-91C7EF49ADCC}" srcOrd="0" destOrd="0" presId="urn:microsoft.com/office/officeart/2005/8/layout/hierarchy1"/>
    <dgm:cxn modelId="{9BE181C1-716A-426C-B099-1B4878270128}" type="presParOf" srcId="{15CAA979-344F-4826-82B7-91C7EF49ADCC}" destId="{BF71DB82-C123-4C78-816E-344191CE078D}" srcOrd="0" destOrd="0" presId="urn:microsoft.com/office/officeart/2005/8/layout/hierarchy1"/>
    <dgm:cxn modelId="{68D999D6-0ECC-4703-B938-7119E1EA5537}" type="presParOf" srcId="{BF71DB82-C123-4C78-816E-344191CE078D}" destId="{9DC9F3FC-8072-4BF6-BADE-AC1F0E3B1665}" srcOrd="0" destOrd="0" presId="urn:microsoft.com/office/officeart/2005/8/layout/hierarchy1"/>
    <dgm:cxn modelId="{288CE95A-85A6-4B41-B9C8-5A7273BF8C7D}" type="presParOf" srcId="{BF71DB82-C123-4C78-816E-344191CE078D}" destId="{07D0E021-3F3C-414C-A066-16DE720D45B4}" srcOrd="1" destOrd="0" presId="urn:microsoft.com/office/officeart/2005/8/layout/hierarchy1"/>
    <dgm:cxn modelId="{87413FDF-479E-41EE-BE00-A644CB6DF1F6}" type="presParOf" srcId="{15CAA979-344F-4826-82B7-91C7EF49ADCC}" destId="{E15076CD-0207-46D2-AF92-0F68964F967C}" srcOrd="1" destOrd="0" presId="urn:microsoft.com/office/officeart/2005/8/layout/hierarchy1"/>
    <dgm:cxn modelId="{759CEA2A-0CE6-41D1-BB63-D37987E5B9A7}" type="presParOf" srcId="{E15076CD-0207-46D2-AF92-0F68964F967C}" destId="{3488BDCB-4738-40B4-9C9E-E10298C36962}" srcOrd="0" destOrd="0" presId="urn:microsoft.com/office/officeart/2005/8/layout/hierarchy1"/>
    <dgm:cxn modelId="{9947EBBB-98D4-437B-917B-3D863EF200AA}" type="presParOf" srcId="{E15076CD-0207-46D2-AF92-0F68964F967C}" destId="{DAF61756-86FB-4682-B561-A8DF587CDA10}" srcOrd="1" destOrd="0" presId="urn:microsoft.com/office/officeart/2005/8/layout/hierarchy1"/>
    <dgm:cxn modelId="{59609E73-804A-4B62-A1AD-D991B12DDFA0}" type="presParOf" srcId="{DAF61756-86FB-4682-B561-A8DF587CDA10}" destId="{F606C1A0-102A-4A6E-B79F-CA10635557AD}" srcOrd="0" destOrd="0" presId="urn:microsoft.com/office/officeart/2005/8/layout/hierarchy1"/>
    <dgm:cxn modelId="{BC2BE398-D9AB-4780-94EC-A3FD1628169E}" type="presParOf" srcId="{F606C1A0-102A-4A6E-B79F-CA10635557AD}" destId="{D5A41F6B-02B3-47A1-A3DC-4C2322E49E57}" srcOrd="0" destOrd="0" presId="urn:microsoft.com/office/officeart/2005/8/layout/hierarchy1"/>
    <dgm:cxn modelId="{F196BF9E-DB29-4B82-9E18-75FBCAA7463D}" type="presParOf" srcId="{F606C1A0-102A-4A6E-B79F-CA10635557AD}" destId="{1929B68A-F433-492E-A032-7E20B63FCA4C}" srcOrd="1" destOrd="0" presId="urn:microsoft.com/office/officeart/2005/8/layout/hierarchy1"/>
    <dgm:cxn modelId="{E663647A-B543-41D6-9E3A-B63C274FD418}" type="presParOf" srcId="{DAF61756-86FB-4682-B561-A8DF587CDA10}" destId="{ED802A95-C8DE-470B-AC01-EEAA51707C89}" srcOrd="1" destOrd="0" presId="urn:microsoft.com/office/officeart/2005/8/layout/hierarchy1"/>
    <dgm:cxn modelId="{3D015F56-91F0-4C45-9A5E-81C559B37AFD}" type="presParOf" srcId="{ED802A95-C8DE-470B-AC01-EEAA51707C89}" destId="{AB589DCA-99BD-4D77-8A32-42B0756E6D8A}" srcOrd="0" destOrd="0" presId="urn:microsoft.com/office/officeart/2005/8/layout/hierarchy1"/>
    <dgm:cxn modelId="{DB3DEEC8-1CE4-4E0B-B331-F9F25DB1D0D0}" type="presParOf" srcId="{ED802A95-C8DE-470B-AC01-EEAA51707C89}" destId="{8EB7E124-5910-40A5-A89E-FCD7B3726F8A}" srcOrd="1" destOrd="0" presId="urn:microsoft.com/office/officeart/2005/8/layout/hierarchy1"/>
    <dgm:cxn modelId="{BB666BBC-BD39-450B-A379-A16710761668}" type="presParOf" srcId="{8EB7E124-5910-40A5-A89E-FCD7B3726F8A}" destId="{964E6F44-18F2-4820-B67A-3E918449C181}" srcOrd="0" destOrd="0" presId="urn:microsoft.com/office/officeart/2005/8/layout/hierarchy1"/>
    <dgm:cxn modelId="{05F48C39-C45C-42F3-B771-54BC35703112}" type="presParOf" srcId="{964E6F44-18F2-4820-B67A-3E918449C181}" destId="{50DF01BD-14FE-40DC-B87F-DF53A752E805}" srcOrd="0" destOrd="0" presId="urn:microsoft.com/office/officeart/2005/8/layout/hierarchy1"/>
    <dgm:cxn modelId="{BD33E15A-8FC3-42B7-9A29-CB1F2757955B}" type="presParOf" srcId="{964E6F44-18F2-4820-B67A-3E918449C181}" destId="{CCC54930-D319-42DE-BE84-83C3A46C3158}" srcOrd="1" destOrd="0" presId="urn:microsoft.com/office/officeart/2005/8/layout/hierarchy1"/>
    <dgm:cxn modelId="{F63F106F-99AE-4546-A447-F1D0918D4CE1}" type="presParOf" srcId="{8EB7E124-5910-40A5-A89E-FCD7B3726F8A}" destId="{6304A519-F13F-4F0C-973F-9D09345E8441}" srcOrd="1" destOrd="0" presId="urn:microsoft.com/office/officeart/2005/8/layout/hierarchy1"/>
    <dgm:cxn modelId="{6FCDAD4F-6412-4FE3-AA24-0D18683B0B42}" type="presParOf" srcId="{E15076CD-0207-46D2-AF92-0F68964F967C}" destId="{8D0F058A-28CC-44B4-842C-DE7903922D8A}" srcOrd="2" destOrd="0" presId="urn:microsoft.com/office/officeart/2005/8/layout/hierarchy1"/>
    <dgm:cxn modelId="{68268044-405A-4099-8879-121A85D6253A}" type="presParOf" srcId="{E15076CD-0207-46D2-AF92-0F68964F967C}" destId="{3398F4BE-7297-4BC5-B709-B6176FE72B4F}" srcOrd="3" destOrd="0" presId="urn:microsoft.com/office/officeart/2005/8/layout/hierarchy1"/>
    <dgm:cxn modelId="{BE97483A-17AE-403D-82D9-4C5F8F8F17FB}" type="presParOf" srcId="{3398F4BE-7297-4BC5-B709-B6176FE72B4F}" destId="{80776813-6852-4D4C-9B45-C0574A0BEC95}" srcOrd="0" destOrd="0" presId="urn:microsoft.com/office/officeart/2005/8/layout/hierarchy1"/>
    <dgm:cxn modelId="{7E8B4442-D0FC-4481-BFE3-A6D09EE9A779}" type="presParOf" srcId="{80776813-6852-4D4C-9B45-C0574A0BEC95}" destId="{196421C6-AC4A-428B-8FEC-4D7C300D5C8C}" srcOrd="0" destOrd="0" presId="urn:microsoft.com/office/officeart/2005/8/layout/hierarchy1"/>
    <dgm:cxn modelId="{0E1B7BBD-5262-4269-8EDD-5CDD10588465}" type="presParOf" srcId="{80776813-6852-4D4C-9B45-C0574A0BEC95}" destId="{2CD65A67-F32F-4B99-9544-FD22E3607695}" srcOrd="1" destOrd="0" presId="urn:microsoft.com/office/officeart/2005/8/layout/hierarchy1"/>
    <dgm:cxn modelId="{59EAC3AE-3EC0-4019-A486-B1D023720999}" type="presParOf" srcId="{3398F4BE-7297-4BC5-B709-B6176FE72B4F}" destId="{A6F8F8D6-571D-4365-BED7-34396E6BA133}" srcOrd="1" destOrd="0" presId="urn:microsoft.com/office/officeart/2005/8/layout/hierarchy1"/>
    <dgm:cxn modelId="{4AF1759B-11D7-434B-BB90-8D8182D0131A}" type="presParOf" srcId="{A6F8F8D6-571D-4365-BED7-34396E6BA133}" destId="{0CC18497-0749-4CE7-8591-AE6D52C30BF1}" srcOrd="0" destOrd="0" presId="urn:microsoft.com/office/officeart/2005/8/layout/hierarchy1"/>
    <dgm:cxn modelId="{133C2B26-087A-4DC8-8CDD-A9D17102B3B0}" type="presParOf" srcId="{A6F8F8D6-571D-4365-BED7-34396E6BA133}" destId="{04CE545E-FEAC-4A04-B1E4-45495E48384A}" srcOrd="1" destOrd="0" presId="urn:microsoft.com/office/officeart/2005/8/layout/hierarchy1"/>
    <dgm:cxn modelId="{062A44A3-D421-419F-B111-9104000C3A34}" type="presParOf" srcId="{04CE545E-FEAC-4A04-B1E4-45495E48384A}" destId="{CE75F65E-ABA2-436D-82CF-8995DCB5DBE7}" srcOrd="0" destOrd="0" presId="urn:microsoft.com/office/officeart/2005/8/layout/hierarchy1"/>
    <dgm:cxn modelId="{4B178A17-91AF-454B-91DE-AD332D75EFFE}" type="presParOf" srcId="{CE75F65E-ABA2-436D-82CF-8995DCB5DBE7}" destId="{D0E0D9B1-C38D-4773-9AEE-C88F60BB6419}" srcOrd="0" destOrd="0" presId="urn:microsoft.com/office/officeart/2005/8/layout/hierarchy1"/>
    <dgm:cxn modelId="{895A21F4-DE97-4A50-A1FE-19AAB2166C70}" type="presParOf" srcId="{CE75F65E-ABA2-436D-82CF-8995DCB5DBE7}" destId="{F295182B-2E9A-4EA0-888F-B8B415950A2F}" srcOrd="1" destOrd="0" presId="urn:microsoft.com/office/officeart/2005/8/layout/hierarchy1"/>
    <dgm:cxn modelId="{F42FB737-8057-4EEE-B1CC-95C290EFB034}" type="presParOf" srcId="{04CE545E-FEAC-4A04-B1E4-45495E48384A}" destId="{0A29F29E-C968-4FDD-B13B-3E52255DFF30}" srcOrd="1" destOrd="0" presId="urn:microsoft.com/office/officeart/2005/8/layout/hierarchy1"/>
    <dgm:cxn modelId="{4F02EDBC-7247-4FAA-9EDF-AC538F9D8E03}" type="presParOf" srcId="{E15076CD-0207-46D2-AF92-0F68964F967C}" destId="{CC7A0DC0-0B35-4B32-8487-E5BC4CDBECAE}" srcOrd="4" destOrd="0" presId="urn:microsoft.com/office/officeart/2005/8/layout/hierarchy1"/>
    <dgm:cxn modelId="{42EEE666-B8AE-4E26-B357-46114C2F3A62}" type="presParOf" srcId="{E15076CD-0207-46D2-AF92-0F68964F967C}" destId="{449A70E3-FB54-43AA-8C7B-24837523B386}" srcOrd="5" destOrd="0" presId="urn:microsoft.com/office/officeart/2005/8/layout/hierarchy1"/>
    <dgm:cxn modelId="{3DCD40F0-2057-429B-ADAB-CC97F012232B}" type="presParOf" srcId="{449A70E3-FB54-43AA-8C7B-24837523B386}" destId="{5B83C1E5-DE3E-429E-8939-099F2BE05764}" srcOrd="0" destOrd="0" presId="urn:microsoft.com/office/officeart/2005/8/layout/hierarchy1"/>
    <dgm:cxn modelId="{CB0E0F99-15AB-49CD-AEEC-E10D4DFA42FC}" type="presParOf" srcId="{5B83C1E5-DE3E-429E-8939-099F2BE05764}" destId="{F6577594-75C8-4114-946C-6C4D345A0089}" srcOrd="0" destOrd="0" presId="urn:microsoft.com/office/officeart/2005/8/layout/hierarchy1"/>
    <dgm:cxn modelId="{933BB560-6CDD-4197-835B-F7DB18CCE9B0}" type="presParOf" srcId="{5B83C1E5-DE3E-429E-8939-099F2BE05764}" destId="{0CB51649-74F1-4ADA-99EF-4B027811BEC5}" srcOrd="1" destOrd="0" presId="urn:microsoft.com/office/officeart/2005/8/layout/hierarchy1"/>
    <dgm:cxn modelId="{21014445-35B3-44DD-83EF-0A26B517E213}" type="presParOf" srcId="{449A70E3-FB54-43AA-8C7B-24837523B386}" destId="{913D6AFC-D666-4CF9-9847-46CBD42364DA}" srcOrd="1" destOrd="0" presId="urn:microsoft.com/office/officeart/2005/8/layout/hierarchy1"/>
    <dgm:cxn modelId="{F5625DB8-738F-4ADF-BB18-627772E0D782}" type="presParOf" srcId="{8459F8E5-4A06-48A9-946E-21C8D473A296}" destId="{A260F0E5-A74B-4FB9-A6F3-FD9839A12B68}" srcOrd="1" destOrd="0" presId="urn:microsoft.com/office/officeart/2005/8/layout/hierarchy1"/>
    <dgm:cxn modelId="{32D9767F-4568-480D-8300-D3DEAB518E8E}" type="presParOf" srcId="{A260F0E5-A74B-4FB9-A6F3-FD9839A12B68}" destId="{6ADCD1E8-2E7F-43B7-B3EA-0AA008F54354}" srcOrd="0" destOrd="0" presId="urn:microsoft.com/office/officeart/2005/8/layout/hierarchy1"/>
    <dgm:cxn modelId="{AC708B1B-62EF-46BE-8777-B54A28A1CE86}" type="presParOf" srcId="{6ADCD1E8-2E7F-43B7-B3EA-0AA008F54354}" destId="{604CE54A-7A70-4F48-B070-D8535BB5A627}" srcOrd="0" destOrd="0" presId="urn:microsoft.com/office/officeart/2005/8/layout/hierarchy1"/>
    <dgm:cxn modelId="{4F3905DD-2F9C-465D-8F4A-1C0F32ACF5A8}" type="presParOf" srcId="{6ADCD1E8-2E7F-43B7-B3EA-0AA008F54354}" destId="{21A20D50-60BB-4B49-AC60-F1A9B3D715BC}" srcOrd="1" destOrd="0" presId="urn:microsoft.com/office/officeart/2005/8/layout/hierarchy1"/>
    <dgm:cxn modelId="{4F240D64-F6EF-4CE7-B61B-0CF949FC1193}" type="presParOf" srcId="{A260F0E5-A74B-4FB9-A6F3-FD9839A12B68}" destId="{F202DD10-8AA9-4CF0-BBB1-60A34249ADF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5B1AC7B-FD1B-4598-B319-579F4063DC2C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C7E1BDE1-359B-49B7-B9AA-7F2218D74467}">
      <dgm:prSet/>
      <dgm:spPr/>
      <dgm:t>
        <a:bodyPr/>
        <a:lstStyle/>
        <a:p>
          <a:r>
            <a:rPr lang="fr-FR" b="0" i="0" dirty="0"/>
            <a:t>Le chiffre d'affaires du site web (CA) = </a:t>
          </a:r>
          <a:r>
            <a:rPr lang="fr-FR" b="1" i="0" dirty="0"/>
            <a:t>143 680.1€  </a:t>
          </a:r>
          <a:endParaRPr lang="fr-FR" b="1" dirty="0"/>
        </a:p>
      </dgm:t>
    </dgm:pt>
    <dgm:pt modelId="{E97C6616-05B8-467D-91AD-C833482EE7B0}" type="parTrans" cxnId="{046A497D-2BC5-4A5E-8EF6-EEC1C53FB41A}">
      <dgm:prSet/>
      <dgm:spPr/>
      <dgm:t>
        <a:bodyPr/>
        <a:lstStyle/>
        <a:p>
          <a:endParaRPr lang="fr-FR"/>
        </a:p>
      </dgm:t>
    </dgm:pt>
    <dgm:pt modelId="{460B4476-44B4-4F07-9733-739063079583}" type="sibTrans" cxnId="{046A497D-2BC5-4A5E-8EF6-EEC1C53FB41A}">
      <dgm:prSet/>
      <dgm:spPr/>
      <dgm:t>
        <a:bodyPr/>
        <a:lstStyle/>
        <a:p>
          <a:endParaRPr lang="fr-FR"/>
        </a:p>
      </dgm:t>
    </dgm:pt>
    <dgm:pt modelId="{25BAE284-6CDC-4502-B0B4-7F15BD06B667}" type="pres">
      <dgm:prSet presAssocID="{95B1AC7B-FD1B-4598-B319-579F4063DC2C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9000E7BC-97E3-4CD6-8C0D-B8191DB4CE00}" type="pres">
      <dgm:prSet presAssocID="{C7E1BDE1-359B-49B7-B9AA-7F2218D74467}" presName="circle1" presStyleLbl="node1" presStyleIdx="0" presStyleCnt="1"/>
      <dgm:spPr/>
    </dgm:pt>
    <dgm:pt modelId="{DEA5BBA5-2D8A-4B8A-91F2-3D816099D4D2}" type="pres">
      <dgm:prSet presAssocID="{C7E1BDE1-359B-49B7-B9AA-7F2218D74467}" presName="space" presStyleCnt="0"/>
      <dgm:spPr/>
    </dgm:pt>
    <dgm:pt modelId="{F31ED2E0-AE8C-4FDD-B2E7-9ACCEE63CCFD}" type="pres">
      <dgm:prSet presAssocID="{C7E1BDE1-359B-49B7-B9AA-7F2218D74467}" presName="rect1" presStyleLbl="alignAcc1" presStyleIdx="0" presStyleCnt="1" custLinFactNeighborX="74" custLinFactNeighborY="77760"/>
      <dgm:spPr/>
    </dgm:pt>
    <dgm:pt modelId="{71D43B32-33BA-4228-A15C-45C843035A98}" type="pres">
      <dgm:prSet presAssocID="{C7E1BDE1-359B-49B7-B9AA-7F2218D74467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EFDB9228-B9BA-415D-96EC-C616799E8AC7}" type="presOf" srcId="{C7E1BDE1-359B-49B7-B9AA-7F2218D74467}" destId="{71D43B32-33BA-4228-A15C-45C843035A98}" srcOrd="1" destOrd="0" presId="urn:microsoft.com/office/officeart/2005/8/layout/target3"/>
    <dgm:cxn modelId="{F843C52C-CE4A-4FCF-AC67-9D6F42A8ACD0}" type="presOf" srcId="{C7E1BDE1-359B-49B7-B9AA-7F2218D74467}" destId="{F31ED2E0-AE8C-4FDD-B2E7-9ACCEE63CCFD}" srcOrd="0" destOrd="0" presId="urn:microsoft.com/office/officeart/2005/8/layout/target3"/>
    <dgm:cxn modelId="{6C3C1247-537F-41F5-8C13-76E458392538}" type="presOf" srcId="{95B1AC7B-FD1B-4598-B319-579F4063DC2C}" destId="{25BAE284-6CDC-4502-B0B4-7F15BD06B667}" srcOrd="0" destOrd="0" presId="urn:microsoft.com/office/officeart/2005/8/layout/target3"/>
    <dgm:cxn modelId="{046A497D-2BC5-4A5E-8EF6-EEC1C53FB41A}" srcId="{95B1AC7B-FD1B-4598-B319-579F4063DC2C}" destId="{C7E1BDE1-359B-49B7-B9AA-7F2218D74467}" srcOrd="0" destOrd="0" parTransId="{E97C6616-05B8-467D-91AD-C833482EE7B0}" sibTransId="{460B4476-44B4-4F07-9733-739063079583}"/>
    <dgm:cxn modelId="{E3F835DB-326B-48C1-9298-789532DB10E8}" type="presParOf" srcId="{25BAE284-6CDC-4502-B0B4-7F15BD06B667}" destId="{9000E7BC-97E3-4CD6-8C0D-B8191DB4CE00}" srcOrd="0" destOrd="0" presId="urn:microsoft.com/office/officeart/2005/8/layout/target3"/>
    <dgm:cxn modelId="{DB0CA757-0C90-4266-ADDE-42E5C167F4AF}" type="presParOf" srcId="{25BAE284-6CDC-4502-B0B4-7F15BD06B667}" destId="{DEA5BBA5-2D8A-4B8A-91F2-3D816099D4D2}" srcOrd="1" destOrd="0" presId="urn:microsoft.com/office/officeart/2005/8/layout/target3"/>
    <dgm:cxn modelId="{66DFBACD-9F69-4D6D-A73D-BF02F98BDB68}" type="presParOf" srcId="{25BAE284-6CDC-4502-B0B4-7F15BD06B667}" destId="{F31ED2E0-AE8C-4FDD-B2E7-9ACCEE63CCFD}" srcOrd="2" destOrd="0" presId="urn:microsoft.com/office/officeart/2005/8/layout/target3"/>
    <dgm:cxn modelId="{78B6AE59-D714-4647-802B-DEE5A91B1483}" type="presParOf" srcId="{25BAE284-6CDC-4502-B0B4-7F15BD06B667}" destId="{71D43B32-33BA-4228-A15C-45C843035A98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73CA48FF-B1A9-443A-823B-959B030EB491}" type="doc">
      <dgm:prSet loTypeId="urn:microsoft.com/office/officeart/2005/8/layout/radial4" loCatId="relationship" qsTypeId="urn:microsoft.com/office/officeart/2005/8/quickstyle/3d1" qsCatId="3D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5C5C0732-5945-4AA4-A6C9-BD18B44DDAE7}">
      <dgm:prSet phldrT="[Texte]" custT="1"/>
      <dgm:spPr/>
      <dgm:t>
        <a:bodyPr/>
        <a:lstStyle/>
        <a:p>
          <a:pPr>
            <a:buSzPts val="1100"/>
          </a:pPr>
          <a:r>
            <a:rPr lang="fr-FR" sz="1400" dirty="0"/>
            <a:t>le chiffre d’affaires n’est pas généré uniquement par quelques produits, mais par environ la moitié du catalogue. Il est donc important de suivre la majorité des articles.</a:t>
          </a:r>
        </a:p>
      </dgm:t>
    </dgm:pt>
    <dgm:pt modelId="{9DF319E8-2EB4-4A6C-BD2D-5667336EA0B0}" type="parTrans" cxnId="{E7DF7AB8-26B6-4271-9C3E-FE9B4851F635}">
      <dgm:prSet/>
      <dgm:spPr/>
      <dgm:t>
        <a:bodyPr/>
        <a:lstStyle/>
        <a:p>
          <a:endParaRPr lang="fr-FR"/>
        </a:p>
      </dgm:t>
    </dgm:pt>
    <dgm:pt modelId="{EE0D4F42-D3AD-4B3F-B2C5-760DC53BAF7D}" type="sibTrans" cxnId="{E7DF7AB8-26B6-4271-9C3E-FE9B4851F635}">
      <dgm:prSet/>
      <dgm:spPr/>
      <dgm:t>
        <a:bodyPr/>
        <a:lstStyle/>
        <a:p>
          <a:endParaRPr lang="fr-FR"/>
        </a:p>
      </dgm:t>
    </dgm:pt>
    <dgm:pt modelId="{F64232EC-3F6A-4B7F-8BBC-0B436653C55C}">
      <dgm:prSet phldrT="[Texte]" custT="1"/>
      <dgm:spPr/>
      <dgm:t>
        <a:bodyPr/>
        <a:lstStyle/>
        <a:p>
          <a:r>
            <a:rPr lang="fr-FR" sz="1200" dirty="0"/>
            <a:t>Nombre d'articles représentant 80% du CA : </a:t>
          </a:r>
          <a:r>
            <a:rPr lang="fr-FR" sz="1200" b="1" dirty="0"/>
            <a:t>434 </a:t>
          </a:r>
          <a:r>
            <a:rPr lang="fr-FR" sz="1200" dirty="0"/>
            <a:t>articles </a:t>
          </a:r>
        </a:p>
      </dgm:t>
    </dgm:pt>
    <dgm:pt modelId="{63842BCA-D516-4F25-98F8-FC9623C8E24C}" type="parTrans" cxnId="{CC90C9A1-AC29-4F1F-8EF5-3BB0ACED7042}">
      <dgm:prSet/>
      <dgm:spPr>
        <a:solidFill>
          <a:schemeClr val="accent5"/>
        </a:solidFill>
      </dgm:spPr>
      <dgm:t>
        <a:bodyPr/>
        <a:lstStyle/>
        <a:p>
          <a:endParaRPr lang="fr-FR"/>
        </a:p>
      </dgm:t>
    </dgm:pt>
    <dgm:pt modelId="{169D8C6E-18ED-4215-A31F-8F61834E3A9C}" type="sibTrans" cxnId="{CC90C9A1-AC29-4F1F-8EF5-3BB0ACED7042}">
      <dgm:prSet/>
      <dgm:spPr/>
      <dgm:t>
        <a:bodyPr/>
        <a:lstStyle/>
        <a:p>
          <a:endParaRPr lang="fr-FR"/>
        </a:p>
      </dgm:t>
    </dgm:pt>
    <dgm:pt modelId="{22BB9E2F-AA98-46AD-87A6-5B9837E7D97B}">
      <dgm:prSet phldrT="[Texte]" custT="1"/>
      <dgm:spPr/>
      <dgm:t>
        <a:bodyPr/>
        <a:lstStyle/>
        <a:p>
          <a:r>
            <a:rPr lang="fr-FR" sz="1200" dirty="0"/>
            <a:t>La proportion que représente ce groupe d'articles: </a:t>
          </a:r>
          <a:r>
            <a:rPr lang="fr-FR" sz="1200" b="1" dirty="0"/>
            <a:t>52.61% </a:t>
          </a:r>
        </a:p>
      </dgm:t>
    </dgm:pt>
    <dgm:pt modelId="{3DBD901E-6338-4201-8EB7-00A788FD7A9E}" type="parTrans" cxnId="{2C6696C9-BEBF-49F5-8DF9-46DCFE7D28DE}">
      <dgm:prSet/>
      <dgm:spPr>
        <a:solidFill>
          <a:schemeClr val="accent5"/>
        </a:solidFill>
      </dgm:spPr>
      <dgm:t>
        <a:bodyPr/>
        <a:lstStyle/>
        <a:p>
          <a:endParaRPr lang="fr-FR"/>
        </a:p>
      </dgm:t>
    </dgm:pt>
    <dgm:pt modelId="{3C398623-4A5C-40EF-8E59-F3ECB679980F}" type="sibTrans" cxnId="{2C6696C9-BEBF-49F5-8DF9-46DCFE7D28DE}">
      <dgm:prSet/>
      <dgm:spPr/>
      <dgm:t>
        <a:bodyPr/>
        <a:lstStyle/>
        <a:p>
          <a:endParaRPr lang="fr-FR"/>
        </a:p>
      </dgm:t>
    </dgm:pt>
    <dgm:pt modelId="{5895E045-5163-4154-8B24-3055FDA59635}" type="pres">
      <dgm:prSet presAssocID="{73CA48FF-B1A9-443A-823B-959B030EB491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17625F8-5479-4B25-844C-3C52ACC4A74F}" type="pres">
      <dgm:prSet presAssocID="{5C5C0732-5945-4AA4-A6C9-BD18B44DDAE7}" presName="centerShape" presStyleLbl="node0" presStyleIdx="0" presStyleCnt="1" custScaleX="385780" custScaleY="96250" custLinFactNeighborX="1268" custLinFactNeighborY="3347"/>
      <dgm:spPr/>
    </dgm:pt>
    <dgm:pt modelId="{02F30473-36BA-4E15-9B8C-645C25CF7142}" type="pres">
      <dgm:prSet presAssocID="{63842BCA-D516-4F25-98F8-FC9623C8E24C}" presName="parTrans" presStyleLbl="bgSibTrans2D1" presStyleIdx="0" presStyleCnt="2" custScaleX="78180" custScaleY="60121" custLinFactNeighborX="-19885" custLinFactNeighborY="36007"/>
      <dgm:spPr/>
    </dgm:pt>
    <dgm:pt modelId="{374E7BAA-23FA-492B-97D0-E3F18D3AD322}" type="pres">
      <dgm:prSet presAssocID="{F64232EC-3F6A-4B7F-8BBC-0B436653C55C}" presName="node" presStyleLbl="node1" presStyleIdx="0" presStyleCnt="2" custScaleX="177579" custScaleY="50534" custRadScaleRad="99034" custRadScaleInc="7138">
        <dgm:presLayoutVars>
          <dgm:bulletEnabled val="1"/>
        </dgm:presLayoutVars>
      </dgm:prSet>
      <dgm:spPr/>
    </dgm:pt>
    <dgm:pt modelId="{524C9E62-78FF-4EDA-97FE-E8AA1D268B86}" type="pres">
      <dgm:prSet presAssocID="{3DBD901E-6338-4201-8EB7-00A788FD7A9E}" presName="parTrans" presStyleLbl="bgSibTrans2D1" presStyleIdx="1" presStyleCnt="2" custScaleX="80982" custScaleY="48752" custLinFactNeighborX="22906" custLinFactNeighborY="33880"/>
      <dgm:spPr/>
    </dgm:pt>
    <dgm:pt modelId="{EDEDC402-22C4-462D-BDEC-D53D3696F57E}" type="pres">
      <dgm:prSet presAssocID="{22BB9E2F-AA98-46AD-87A6-5B9837E7D97B}" presName="node" presStyleLbl="node1" presStyleIdx="1" presStyleCnt="2" custScaleX="176717" custScaleY="54546" custRadScaleRad="102325" custRadScaleInc="-5843">
        <dgm:presLayoutVars>
          <dgm:bulletEnabled val="1"/>
        </dgm:presLayoutVars>
      </dgm:prSet>
      <dgm:spPr/>
    </dgm:pt>
  </dgm:ptLst>
  <dgm:cxnLst>
    <dgm:cxn modelId="{9B573417-CBCD-48E4-A0D9-09FDD7A67B55}" type="presOf" srcId="{3DBD901E-6338-4201-8EB7-00A788FD7A9E}" destId="{524C9E62-78FF-4EDA-97FE-E8AA1D268B86}" srcOrd="0" destOrd="0" presId="urn:microsoft.com/office/officeart/2005/8/layout/radial4"/>
    <dgm:cxn modelId="{5916205E-3C8E-4957-ACB2-ECC178CAEBE5}" type="presOf" srcId="{22BB9E2F-AA98-46AD-87A6-5B9837E7D97B}" destId="{EDEDC402-22C4-462D-BDEC-D53D3696F57E}" srcOrd="0" destOrd="0" presId="urn:microsoft.com/office/officeart/2005/8/layout/radial4"/>
    <dgm:cxn modelId="{3D466060-AD49-41D9-B273-7FCC3A498184}" type="presOf" srcId="{5C5C0732-5945-4AA4-A6C9-BD18B44DDAE7}" destId="{617625F8-5479-4B25-844C-3C52ACC4A74F}" srcOrd="0" destOrd="0" presId="urn:microsoft.com/office/officeart/2005/8/layout/radial4"/>
    <dgm:cxn modelId="{7616C78B-E236-49BC-A2C5-AD3C29CB8DBA}" type="presOf" srcId="{F64232EC-3F6A-4B7F-8BBC-0B436653C55C}" destId="{374E7BAA-23FA-492B-97D0-E3F18D3AD322}" srcOrd="0" destOrd="0" presId="urn:microsoft.com/office/officeart/2005/8/layout/radial4"/>
    <dgm:cxn modelId="{CC90C9A1-AC29-4F1F-8EF5-3BB0ACED7042}" srcId="{5C5C0732-5945-4AA4-A6C9-BD18B44DDAE7}" destId="{F64232EC-3F6A-4B7F-8BBC-0B436653C55C}" srcOrd="0" destOrd="0" parTransId="{63842BCA-D516-4F25-98F8-FC9623C8E24C}" sibTransId="{169D8C6E-18ED-4215-A31F-8F61834E3A9C}"/>
    <dgm:cxn modelId="{D7DD2DA9-FB4D-47BF-A1FC-FBA7708EEEF3}" type="presOf" srcId="{73CA48FF-B1A9-443A-823B-959B030EB491}" destId="{5895E045-5163-4154-8B24-3055FDA59635}" srcOrd="0" destOrd="0" presId="urn:microsoft.com/office/officeart/2005/8/layout/radial4"/>
    <dgm:cxn modelId="{E7DF7AB8-26B6-4271-9C3E-FE9B4851F635}" srcId="{73CA48FF-B1A9-443A-823B-959B030EB491}" destId="{5C5C0732-5945-4AA4-A6C9-BD18B44DDAE7}" srcOrd="0" destOrd="0" parTransId="{9DF319E8-2EB4-4A6C-BD2D-5667336EA0B0}" sibTransId="{EE0D4F42-D3AD-4B3F-B2C5-760DC53BAF7D}"/>
    <dgm:cxn modelId="{2C6696C9-BEBF-49F5-8DF9-46DCFE7D28DE}" srcId="{5C5C0732-5945-4AA4-A6C9-BD18B44DDAE7}" destId="{22BB9E2F-AA98-46AD-87A6-5B9837E7D97B}" srcOrd="1" destOrd="0" parTransId="{3DBD901E-6338-4201-8EB7-00A788FD7A9E}" sibTransId="{3C398623-4A5C-40EF-8E59-F3ECB679980F}"/>
    <dgm:cxn modelId="{1215B3EC-EE02-4659-82C3-A988CAB8B39A}" type="presOf" srcId="{63842BCA-D516-4F25-98F8-FC9623C8E24C}" destId="{02F30473-36BA-4E15-9B8C-645C25CF7142}" srcOrd="0" destOrd="0" presId="urn:microsoft.com/office/officeart/2005/8/layout/radial4"/>
    <dgm:cxn modelId="{9F4288D3-0E69-499F-B8D1-B83C9BC92AC0}" type="presParOf" srcId="{5895E045-5163-4154-8B24-3055FDA59635}" destId="{617625F8-5479-4B25-844C-3C52ACC4A74F}" srcOrd="0" destOrd="0" presId="urn:microsoft.com/office/officeart/2005/8/layout/radial4"/>
    <dgm:cxn modelId="{6B0BE9AB-86FD-4F92-833B-B36BE2A3D7EF}" type="presParOf" srcId="{5895E045-5163-4154-8B24-3055FDA59635}" destId="{02F30473-36BA-4E15-9B8C-645C25CF7142}" srcOrd="1" destOrd="0" presId="urn:microsoft.com/office/officeart/2005/8/layout/radial4"/>
    <dgm:cxn modelId="{6B2CF986-CE72-402A-B1F8-4459A16F2734}" type="presParOf" srcId="{5895E045-5163-4154-8B24-3055FDA59635}" destId="{374E7BAA-23FA-492B-97D0-E3F18D3AD322}" srcOrd="2" destOrd="0" presId="urn:microsoft.com/office/officeart/2005/8/layout/radial4"/>
    <dgm:cxn modelId="{CC057DA1-A924-496B-8F0D-14C49483FA86}" type="presParOf" srcId="{5895E045-5163-4154-8B24-3055FDA59635}" destId="{524C9E62-78FF-4EDA-97FE-E8AA1D268B86}" srcOrd="3" destOrd="0" presId="urn:microsoft.com/office/officeart/2005/8/layout/radial4"/>
    <dgm:cxn modelId="{E177F119-6ABA-4476-95DC-CC9D58338A3B}" type="presParOf" srcId="{5895E045-5163-4154-8B24-3055FDA59635}" destId="{EDEDC402-22C4-462D-BDEC-D53D3696F57E}" srcOrd="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73CA48FF-B1A9-443A-823B-959B030EB491}" type="doc">
      <dgm:prSet loTypeId="urn:microsoft.com/office/officeart/2005/8/layout/radial4" loCatId="relationship" qsTypeId="urn:microsoft.com/office/officeart/2005/8/quickstyle/3d1" qsCatId="3D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5C5C0732-5945-4AA4-A6C9-BD18B44DDAE7}">
      <dgm:prSet phldrT="[Texte]" custT="1"/>
      <dgm:spPr/>
      <dgm:t>
        <a:bodyPr/>
        <a:lstStyle/>
        <a:p>
          <a:pPr>
            <a:buSzPts val="1100"/>
          </a:pPr>
          <a:r>
            <a:rPr lang="fr-FR" sz="1400" dirty="0"/>
            <a:t>les ventes ne sont pas concentrées sur quelques produits. Le catalogue est diversifié et performant, et de nombreux articles contribuent activement aux ventes.</a:t>
          </a:r>
        </a:p>
      </dgm:t>
    </dgm:pt>
    <dgm:pt modelId="{9DF319E8-2EB4-4A6C-BD2D-5667336EA0B0}" type="parTrans" cxnId="{E7DF7AB8-26B6-4271-9C3E-FE9B4851F635}">
      <dgm:prSet/>
      <dgm:spPr/>
      <dgm:t>
        <a:bodyPr/>
        <a:lstStyle/>
        <a:p>
          <a:endParaRPr lang="fr-FR"/>
        </a:p>
      </dgm:t>
    </dgm:pt>
    <dgm:pt modelId="{EE0D4F42-D3AD-4B3F-B2C5-760DC53BAF7D}" type="sibTrans" cxnId="{E7DF7AB8-26B6-4271-9C3E-FE9B4851F635}">
      <dgm:prSet/>
      <dgm:spPr/>
      <dgm:t>
        <a:bodyPr/>
        <a:lstStyle/>
        <a:p>
          <a:endParaRPr lang="fr-FR"/>
        </a:p>
      </dgm:t>
    </dgm:pt>
    <dgm:pt modelId="{F64232EC-3F6A-4B7F-8BBC-0B436653C55C}">
      <dgm:prSet phldrT="[Texte]" custT="1"/>
      <dgm:spPr/>
      <dgm:t>
        <a:bodyPr/>
        <a:lstStyle/>
        <a:p>
          <a:r>
            <a:rPr lang="fr-FR" sz="1200" dirty="0"/>
            <a:t>Nombre d’articles représentant 80 % des quantités vendues : </a:t>
          </a:r>
          <a:r>
            <a:rPr lang="fr-FR" sz="1200" b="1" dirty="0"/>
            <a:t>433 articles </a:t>
          </a:r>
        </a:p>
      </dgm:t>
    </dgm:pt>
    <dgm:pt modelId="{63842BCA-D516-4F25-98F8-FC9623C8E24C}" type="parTrans" cxnId="{CC90C9A1-AC29-4F1F-8EF5-3BB0ACED7042}">
      <dgm:prSet/>
      <dgm:spPr>
        <a:solidFill>
          <a:schemeClr val="accent5"/>
        </a:solidFill>
      </dgm:spPr>
      <dgm:t>
        <a:bodyPr/>
        <a:lstStyle/>
        <a:p>
          <a:endParaRPr lang="fr-FR"/>
        </a:p>
      </dgm:t>
    </dgm:pt>
    <dgm:pt modelId="{169D8C6E-18ED-4215-A31F-8F61834E3A9C}" type="sibTrans" cxnId="{CC90C9A1-AC29-4F1F-8EF5-3BB0ACED7042}">
      <dgm:prSet/>
      <dgm:spPr/>
      <dgm:t>
        <a:bodyPr/>
        <a:lstStyle/>
        <a:p>
          <a:endParaRPr lang="fr-FR"/>
        </a:p>
      </dgm:t>
    </dgm:pt>
    <dgm:pt modelId="{22BB9E2F-AA98-46AD-87A6-5B9837E7D97B}">
      <dgm:prSet phldrT="[Texte]" custT="1"/>
      <dgm:spPr/>
      <dgm:t>
        <a:bodyPr/>
        <a:lstStyle/>
        <a:p>
          <a:r>
            <a:rPr lang="fr-FR" sz="1200" dirty="0"/>
            <a:t>La proportion que représente ce groupe d'articles: </a:t>
          </a:r>
          <a:r>
            <a:rPr lang="fr-FR" sz="1200" b="1" dirty="0"/>
            <a:t>52.48 %</a:t>
          </a:r>
        </a:p>
      </dgm:t>
    </dgm:pt>
    <dgm:pt modelId="{3DBD901E-6338-4201-8EB7-00A788FD7A9E}" type="parTrans" cxnId="{2C6696C9-BEBF-49F5-8DF9-46DCFE7D28DE}">
      <dgm:prSet/>
      <dgm:spPr>
        <a:solidFill>
          <a:schemeClr val="accent5"/>
        </a:solidFill>
      </dgm:spPr>
      <dgm:t>
        <a:bodyPr/>
        <a:lstStyle/>
        <a:p>
          <a:endParaRPr lang="fr-FR"/>
        </a:p>
      </dgm:t>
    </dgm:pt>
    <dgm:pt modelId="{3C398623-4A5C-40EF-8E59-F3ECB679980F}" type="sibTrans" cxnId="{2C6696C9-BEBF-49F5-8DF9-46DCFE7D28DE}">
      <dgm:prSet/>
      <dgm:spPr/>
      <dgm:t>
        <a:bodyPr/>
        <a:lstStyle/>
        <a:p>
          <a:endParaRPr lang="fr-FR"/>
        </a:p>
      </dgm:t>
    </dgm:pt>
    <dgm:pt modelId="{5895E045-5163-4154-8B24-3055FDA59635}" type="pres">
      <dgm:prSet presAssocID="{73CA48FF-B1A9-443A-823B-959B030EB491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17625F8-5479-4B25-844C-3C52ACC4A74F}" type="pres">
      <dgm:prSet presAssocID="{5C5C0732-5945-4AA4-A6C9-BD18B44DDAE7}" presName="centerShape" presStyleLbl="node0" presStyleIdx="0" presStyleCnt="1" custScaleX="347107" custScaleY="96250" custLinFactNeighborX="1031" custLinFactNeighborY="11868"/>
      <dgm:spPr/>
    </dgm:pt>
    <dgm:pt modelId="{02F30473-36BA-4E15-9B8C-645C25CF7142}" type="pres">
      <dgm:prSet presAssocID="{63842BCA-D516-4F25-98F8-FC9623C8E24C}" presName="parTrans" presStyleLbl="bgSibTrans2D1" presStyleIdx="0" presStyleCnt="2" custScaleX="78180" custScaleY="60121" custLinFactNeighborX="-19885" custLinFactNeighborY="36007"/>
      <dgm:spPr/>
    </dgm:pt>
    <dgm:pt modelId="{374E7BAA-23FA-492B-97D0-E3F18D3AD322}" type="pres">
      <dgm:prSet presAssocID="{F64232EC-3F6A-4B7F-8BBC-0B436653C55C}" presName="node" presStyleLbl="node1" presStyleIdx="0" presStyleCnt="2" custScaleX="177579" custScaleY="50534" custRadScaleRad="99034" custRadScaleInc="7138">
        <dgm:presLayoutVars>
          <dgm:bulletEnabled val="1"/>
        </dgm:presLayoutVars>
      </dgm:prSet>
      <dgm:spPr/>
    </dgm:pt>
    <dgm:pt modelId="{524C9E62-78FF-4EDA-97FE-E8AA1D268B86}" type="pres">
      <dgm:prSet presAssocID="{3DBD901E-6338-4201-8EB7-00A788FD7A9E}" presName="parTrans" presStyleLbl="bgSibTrans2D1" presStyleIdx="1" presStyleCnt="2" custScaleX="80982" custScaleY="48752" custLinFactNeighborX="22906" custLinFactNeighborY="33880"/>
      <dgm:spPr/>
    </dgm:pt>
    <dgm:pt modelId="{EDEDC402-22C4-462D-BDEC-D53D3696F57E}" type="pres">
      <dgm:prSet presAssocID="{22BB9E2F-AA98-46AD-87A6-5B9837E7D97B}" presName="node" presStyleLbl="node1" presStyleIdx="1" presStyleCnt="2" custScaleX="176717" custScaleY="54546" custRadScaleRad="102325" custRadScaleInc="-5843">
        <dgm:presLayoutVars>
          <dgm:bulletEnabled val="1"/>
        </dgm:presLayoutVars>
      </dgm:prSet>
      <dgm:spPr/>
    </dgm:pt>
  </dgm:ptLst>
  <dgm:cxnLst>
    <dgm:cxn modelId="{9B573417-CBCD-48E4-A0D9-09FDD7A67B55}" type="presOf" srcId="{3DBD901E-6338-4201-8EB7-00A788FD7A9E}" destId="{524C9E62-78FF-4EDA-97FE-E8AA1D268B86}" srcOrd="0" destOrd="0" presId="urn:microsoft.com/office/officeart/2005/8/layout/radial4"/>
    <dgm:cxn modelId="{5916205E-3C8E-4957-ACB2-ECC178CAEBE5}" type="presOf" srcId="{22BB9E2F-AA98-46AD-87A6-5B9837E7D97B}" destId="{EDEDC402-22C4-462D-BDEC-D53D3696F57E}" srcOrd="0" destOrd="0" presId="urn:microsoft.com/office/officeart/2005/8/layout/radial4"/>
    <dgm:cxn modelId="{3D466060-AD49-41D9-B273-7FCC3A498184}" type="presOf" srcId="{5C5C0732-5945-4AA4-A6C9-BD18B44DDAE7}" destId="{617625F8-5479-4B25-844C-3C52ACC4A74F}" srcOrd="0" destOrd="0" presId="urn:microsoft.com/office/officeart/2005/8/layout/radial4"/>
    <dgm:cxn modelId="{7616C78B-E236-49BC-A2C5-AD3C29CB8DBA}" type="presOf" srcId="{F64232EC-3F6A-4B7F-8BBC-0B436653C55C}" destId="{374E7BAA-23FA-492B-97D0-E3F18D3AD322}" srcOrd="0" destOrd="0" presId="urn:microsoft.com/office/officeart/2005/8/layout/radial4"/>
    <dgm:cxn modelId="{CC90C9A1-AC29-4F1F-8EF5-3BB0ACED7042}" srcId="{5C5C0732-5945-4AA4-A6C9-BD18B44DDAE7}" destId="{F64232EC-3F6A-4B7F-8BBC-0B436653C55C}" srcOrd="0" destOrd="0" parTransId="{63842BCA-D516-4F25-98F8-FC9623C8E24C}" sibTransId="{169D8C6E-18ED-4215-A31F-8F61834E3A9C}"/>
    <dgm:cxn modelId="{D7DD2DA9-FB4D-47BF-A1FC-FBA7708EEEF3}" type="presOf" srcId="{73CA48FF-B1A9-443A-823B-959B030EB491}" destId="{5895E045-5163-4154-8B24-3055FDA59635}" srcOrd="0" destOrd="0" presId="urn:microsoft.com/office/officeart/2005/8/layout/radial4"/>
    <dgm:cxn modelId="{E7DF7AB8-26B6-4271-9C3E-FE9B4851F635}" srcId="{73CA48FF-B1A9-443A-823B-959B030EB491}" destId="{5C5C0732-5945-4AA4-A6C9-BD18B44DDAE7}" srcOrd="0" destOrd="0" parTransId="{9DF319E8-2EB4-4A6C-BD2D-5667336EA0B0}" sibTransId="{EE0D4F42-D3AD-4B3F-B2C5-760DC53BAF7D}"/>
    <dgm:cxn modelId="{2C6696C9-BEBF-49F5-8DF9-46DCFE7D28DE}" srcId="{5C5C0732-5945-4AA4-A6C9-BD18B44DDAE7}" destId="{22BB9E2F-AA98-46AD-87A6-5B9837E7D97B}" srcOrd="1" destOrd="0" parTransId="{3DBD901E-6338-4201-8EB7-00A788FD7A9E}" sibTransId="{3C398623-4A5C-40EF-8E59-F3ECB679980F}"/>
    <dgm:cxn modelId="{1215B3EC-EE02-4659-82C3-A988CAB8B39A}" type="presOf" srcId="{63842BCA-D516-4F25-98F8-FC9623C8E24C}" destId="{02F30473-36BA-4E15-9B8C-645C25CF7142}" srcOrd="0" destOrd="0" presId="urn:microsoft.com/office/officeart/2005/8/layout/radial4"/>
    <dgm:cxn modelId="{9F4288D3-0E69-499F-B8D1-B83C9BC92AC0}" type="presParOf" srcId="{5895E045-5163-4154-8B24-3055FDA59635}" destId="{617625F8-5479-4B25-844C-3C52ACC4A74F}" srcOrd="0" destOrd="0" presId="urn:microsoft.com/office/officeart/2005/8/layout/radial4"/>
    <dgm:cxn modelId="{6B0BE9AB-86FD-4F92-833B-B36BE2A3D7EF}" type="presParOf" srcId="{5895E045-5163-4154-8B24-3055FDA59635}" destId="{02F30473-36BA-4E15-9B8C-645C25CF7142}" srcOrd="1" destOrd="0" presId="urn:microsoft.com/office/officeart/2005/8/layout/radial4"/>
    <dgm:cxn modelId="{6B2CF986-CE72-402A-B1F8-4459A16F2734}" type="presParOf" srcId="{5895E045-5163-4154-8B24-3055FDA59635}" destId="{374E7BAA-23FA-492B-97D0-E3F18D3AD322}" srcOrd="2" destOrd="0" presId="urn:microsoft.com/office/officeart/2005/8/layout/radial4"/>
    <dgm:cxn modelId="{CC057DA1-A924-496B-8F0D-14C49483FA86}" type="presParOf" srcId="{5895E045-5163-4154-8B24-3055FDA59635}" destId="{524C9E62-78FF-4EDA-97FE-E8AA1D268B86}" srcOrd="3" destOrd="0" presId="urn:microsoft.com/office/officeart/2005/8/layout/radial4"/>
    <dgm:cxn modelId="{E177F119-6ABA-4476-95DC-CC9D58338A3B}" type="presParOf" srcId="{5895E045-5163-4154-8B24-3055FDA59635}" destId="{EDEDC402-22C4-462D-BDEC-D53D3696F57E}" srcOrd="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6D7B205E-BFE3-48F0-8BF5-9E57C6FA8EC8}" type="doc">
      <dgm:prSet loTypeId="urn:microsoft.com/office/officeart/2005/8/layout/target3" loCatId="relationship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fr-FR"/>
        </a:p>
      </dgm:t>
    </dgm:pt>
    <dgm:pt modelId="{E85C1654-9D99-4EF8-88EF-DADDCEE5FF6F}">
      <dgm:prSet custT="1"/>
      <dgm:spPr/>
      <dgm:t>
        <a:bodyPr/>
        <a:lstStyle/>
        <a:p>
          <a:r>
            <a:rPr lang="fr-FR" sz="1400" b="0" dirty="0"/>
            <a:t>Valorisation</a:t>
          </a:r>
          <a:r>
            <a:rPr lang="fr-FR" sz="1400" b="1" dirty="0"/>
            <a:t> totale des stocks en euros : 532115.23 €</a:t>
          </a:r>
        </a:p>
      </dgm:t>
    </dgm:pt>
    <dgm:pt modelId="{0F53625A-0F1B-43D6-83A5-768A5C6A19D9}" type="parTrans" cxnId="{769A0AEB-F30A-4A20-B472-8AB08D985B4C}">
      <dgm:prSet/>
      <dgm:spPr/>
      <dgm:t>
        <a:bodyPr/>
        <a:lstStyle/>
        <a:p>
          <a:endParaRPr lang="fr-FR" sz="1400"/>
        </a:p>
      </dgm:t>
    </dgm:pt>
    <dgm:pt modelId="{665BFC50-439A-4AA6-B64D-F285995C3DCE}" type="sibTrans" cxnId="{769A0AEB-F30A-4A20-B472-8AB08D985B4C}">
      <dgm:prSet/>
      <dgm:spPr/>
      <dgm:t>
        <a:bodyPr/>
        <a:lstStyle/>
        <a:p>
          <a:endParaRPr lang="fr-FR" sz="1400"/>
        </a:p>
      </dgm:t>
    </dgm:pt>
    <dgm:pt modelId="{06B5C537-CD14-4532-9E96-ECCC09C1D901}">
      <dgm:prSet custT="1"/>
      <dgm:spPr/>
      <dgm:t>
        <a:bodyPr anchor="ctr"/>
        <a:lstStyle/>
        <a:p>
          <a:endParaRPr lang="fr-FR" sz="1400" dirty="0"/>
        </a:p>
        <a:p>
          <a:r>
            <a:rPr lang="fr-FR" sz="1400" dirty="0"/>
            <a:t>Valorisation </a:t>
          </a:r>
          <a:r>
            <a:rPr lang="fr-FR" sz="1400" b="1" dirty="0"/>
            <a:t>totale des stocks </a:t>
          </a:r>
          <a:r>
            <a:rPr lang="fr-FR" sz="1400" b="1" u="non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 rapport </a:t>
          </a:r>
          <a:r>
            <a:rPr lang="fr-FR" sz="1400" b="1" dirty="0"/>
            <a:t>au chiffre d’affaires </a:t>
          </a:r>
          <a:r>
            <a:rPr lang="fr-FR" sz="1400" dirty="0"/>
            <a:t>total </a:t>
          </a:r>
          <a:r>
            <a:rPr lang="fr-FR" sz="1400" b="1" dirty="0">
              <a:latin typeface="+mn-lt"/>
            </a:rPr>
            <a:t>: 3.70 mois</a:t>
          </a:r>
        </a:p>
        <a:p>
          <a:endParaRPr lang="fr-FR" sz="1400" b="1" dirty="0"/>
        </a:p>
      </dgm:t>
    </dgm:pt>
    <dgm:pt modelId="{6FE235A2-197C-48CA-B3A1-6EDFCA6929B0}" type="parTrans" cxnId="{5863DA95-AF8F-45B2-B0EA-4B2E7A76FF0B}">
      <dgm:prSet/>
      <dgm:spPr/>
      <dgm:t>
        <a:bodyPr/>
        <a:lstStyle/>
        <a:p>
          <a:endParaRPr lang="fr-FR" sz="1400"/>
        </a:p>
      </dgm:t>
    </dgm:pt>
    <dgm:pt modelId="{095E3125-E7B6-40CE-B60B-4988788BA446}" type="sibTrans" cxnId="{5863DA95-AF8F-45B2-B0EA-4B2E7A76FF0B}">
      <dgm:prSet/>
      <dgm:spPr/>
      <dgm:t>
        <a:bodyPr/>
        <a:lstStyle/>
        <a:p>
          <a:endParaRPr lang="fr-FR" sz="1400"/>
        </a:p>
      </dgm:t>
    </dgm:pt>
    <dgm:pt modelId="{55BE54DB-831C-49E3-A0A4-45595B03706B}">
      <dgm:prSet custT="1"/>
      <dgm:spPr/>
      <dgm:t>
        <a:bodyPr/>
        <a:lstStyle/>
        <a:p>
          <a:r>
            <a:rPr lang="fr-FR" sz="1400" b="1" dirty="0"/>
            <a:t>Le</a:t>
          </a:r>
          <a:r>
            <a:rPr lang="fr-FR" sz="1400" dirty="0"/>
            <a:t> </a:t>
          </a:r>
          <a:r>
            <a:rPr lang="fr-FR" sz="1400" b="1" dirty="0"/>
            <a:t>nombre total de produits en stock</a:t>
          </a:r>
          <a:r>
            <a:rPr lang="fr-FR" sz="1400" dirty="0"/>
            <a:t> est de </a:t>
          </a:r>
          <a:r>
            <a:rPr lang="fr-FR" sz="1400" b="1" dirty="0"/>
            <a:t>17 822 articles</a:t>
          </a:r>
        </a:p>
      </dgm:t>
    </dgm:pt>
    <dgm:pt modelId="{EDA2573F-9CAE-499C-8E0E-38CF69ED72F0}" type="parTrans" cxnId="{E92D1E32-8F6B-4C70-8060-1EE3D0D26769}">
      <dgm:prSet/>
      <dgm:spPr/>
      <dgm:t>
        <a:bodyPr/>
        <a:lstStyle/>
        <a:p>
          <a:endParaRPr lang="fr-FR"/>
        </a:p>
      </dgm:t>
    </dgm:pt>
    <dgm:pt modelId="{BB64B016-7E94-490D-9FEA-81FA2BBFA859}" type="sibTrans" cxnId="{E92D1E32-8F6B-4C70-8060-1EE3D0D26769}">
      <dgm:prSet/>
      <dgm:spPr/>
      <dgm:t>
        <a:bodyPr/>
        <a:lstStyle/>
        <a:p>
          <a:endParaRPr lang="fr-FR"/>
        </a:p>
      </dgm:t>
    </dgm:pt>
    <dgm:pt modelId="{578A9C81-9373-4019-9867-5B5EADB463E2}" type="pres">
      <dgm:prSet presAssocID="{6D7B205E-BFE3-48F0-8BF5-9E57C6FA8EC8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C1599977-8A8B-4C94-84D4-60824FAE740B}" type="pres">
      <dgm:prSet presAssocID="{E85C1654-9D99-4EF8-88EF-DADDCEE5FF6F}" presName="circle1" presStyleLbl="node1" presStyleIdx="0" presStyleCnt="3"/>
      <dgm:spPr/>
    </dgm:pt>
    <dgm:pt modelId="{3AF5B84E-0F9F-418E-8AE6-1F2F9F9C7CB3}" type="pres">
      <dgm:prSet presAssocID="{E85C1654-9D99-4EF8-88EF-DADDCEE5FF6F}" presName="space" presStyleCnt="0"/>
      <dgm:spPr/>
    </dgm:pt>
    <dgm:pt modelId="{ADDF1573-AA70-4D28-9E69-BEE5D970930B}" type="pres">
      <dgm:prSet presAssocID="{E85C1654-9D99-4EF8-88EF-DADDCEE5FF6F}" presName="rect1" presStyleLbl="alignAcc1" presStyleIdx="0" presStyleCnt="3" custLinFactNeighborX="1767" custLinFactNeighborY="-3864"/>
      <dgm:spPr/>
    </dgm:pt>
    <dgm:pt modelId="{7F32B856-D3F7-4332-8A91-5D61248D8523}" type="pres">
      <dgm:prSet presAssocID="{06B5C537-CD14-4532-9E96-ECCC09C1D901}" presName="vertSpace2" presStyleLbl="node1" presStyleIdx="0" presStyleCnt="3"/>
      <dgm:spPr/>
    </dgm:pt>
    <dgm:pt modelId="{2DED942D-2495-4DFC-ACA9-37033E30C56D}" type="pres">
      <dgm:prSet presAssocID="{06B5C537-CD14-4532-9E96-ECCC09C1D901}" presName="circle2" presStyleLbl="node1" presStyleIdx="1" presStyleCnt="3"/>
      <dgm:spPr/>
    </dgm:pt>
    <dgm:pt modelId="{21749EAD-366D-405D-9483-A68B3C27645C}" type="pres">
      <dgm:prSet presAssocID="{06B5C537-CD14-4532-9E96-ECCC09C1D901}" presName="rect2" presStyleLbl="alignAcc1" presStyleIdx="1" presStyleCnt="3" custLinFactNeighborX="1767" custLinFactNeighborY="-3864"/>
      <dgm:spPr/>
    </dgm:pt>
    <dgm:pt modelId="{7F41B09A-FCE3-4219-A28F-3F783D8638A4}" type="pres">
      <dgm:prSet presAssocID="{55BE54DB-831C-49E3-A0A4-45595B03706B}" presName="vertSpace3" presStyleLbl="node1" presStyleIdx="1" presStyleCnt="3"/>
      <dgm:spPr/>
    </dgm:pt>
    <dgm:pt modelId="{D8A7B645-EE40-47AA-9029-3D44E263DD97}" type="pres">
      <dgm:prSet presAssocID="{55BE54DB-831C-49E3-A0A4-45595B03706B}" presName="circle3" presStyleLbl="node1" presStyleIdx="2" presStyleCnt="3"/>
      <dgm:spPr/>
    </dgm:pt>
    <dgm:pt modelId="{91F256D6-3E6B-462A-87BF-4367BDFEE8C1}" type="pres">
      <dgm:prSet presAssocID="{55BE54DB-831C-49E3-A0A4-45595B03706B}" presName="rect3" presStyleLbl="alignAcc1" presStyleIdx="2" presStyleCnt="3" custLinFactNeighborX="1767" custLinFactNeighborY="-3864"/>
      <dgm:spPr/>
    </dgm:pt>
    <dgm:pt modelId="{B16BDBBE-D5E0-4DDC-83AA-874681D0230C}" type="pres">
      <dgm:prSet presAssocID="{E85C1654-9D99-4EF8-88EF-DADDCEE5FF6F}" presName="rect1ParTxNoCh" presStyleLbl="alignAcc1" presStyleIdx="2" presStyleCnt="3">
        <dgm:presLayoutVars>
          <dgm:chMax val="1"/>
          <dgm:bulletEnabled val="1"/>
        </dgm:presLayoutVars>
      </dgm:prSet>
      <dgm:spPr/>
    </dgm:pt>
    <dgm:pt modelId="{15BB5029-021D-4B0C-AE3F-F784DCB34B2E}" type="pres">
      <dgm:prSet presAssocID="{06B5C537-CD14-4532-9E96-ECCC09C1D901}" presName="rect2ParTxNoCh" presStyleLbl="alignAcc1" presStyleIdx="2" presStyleCnt="3">
        <dgm:presLayoutVars>
          <dgm:chMax val="1"/>
          <dgm:bulletEnabled val="1"/>
        </dgm:presLayoutVars>
      </dgm:prSet>
      <dgm:spPr/>
    </dgm:pt>
    <dgm:pt modelId="{2996E7B8-4E10-4A7E-8AB5-91C66AFAEFD1}" type="pres">
      <dgm:prSet presAssocID="{55BE54DB-831C-49E3-A0A4-45595B03706B}" presName="rect3ParTxNoCh" presStyleLbl="alignAcc1" presStyleIdx="2" presStyleCnt="3">
        <dgm:presLayoutVars>
          <dgm:chMax val="1"/>
          <dgm:bulletEnabled val="1"/>
        </dgm:presLayoutVars>
      </dgm:prSet>
      <dgm:spPr/>
    </dgm:pt>
  </dgm:ptLst>
  <dgm:cxnLst>
    <dgm:cxn modelId="{AA88031F-509D-4039-A1A2-5E9CB6B3A29E}" type="presOf" srcId="{55BE54DB-831C-49E3-A0A4-45595B03706B}" destId="{2996E7B8-4E10-4A7E-8AB5-91C66AFAEFD1}" srcOrd="1" destOrd="0" presId="urn:microsoft.com/office/officeart/2005/8/layout/target3"/>
    <dgm:cxn modelId="{E92D1E32-8F6B-4C70-8060-1EE3D0D26769}" srcId="{6D7B205E-BFE3-48F0-8BF5-9E57C6FA8EC8}" destId="{55BE54DB-831C-49E3-A0A4-45595B03706B}" srcOrd="2" destOrd="0" parTransId="{EDA2573F-9CAE-499C-8E0E-38CF69ED72F0}" sibTransId="{BB64B016-7E94-490D-9FEA-81FA2BBFA859}"/>
    <dgm:cxn modelId="{614A1487-8D06-4477-9B27-2705C8601CF0}" type="presOf" srcId="{06B5C537-CD14-4532-9E96-ECCC09C1D901}" destId="{21749EAD-366D-405D-9483-A68B3C27645C}" srcOrd="0" destOrd="0" presId="urn:microsoft.com/office/officeart/2005/8/layout/target3"/>
    <dgm:cxn modelId="{5863DA95-AF8F-45B2-B0EA-4B2E7A76FF0B}" srcId="{6D7B205E-BFE3-48F0-8BF5-9E57C6FA8EC8}" destId="{06B5C537-CD14-4532-9E96-ECCC09C1D901}" srcOrd="1" destOrd="0" parTransId="{6FE235A2-197C-48CA-B3A1-6EDFCA6929B0}" sibTransId="{095E3125-E7B6-40CE-B60B-4988788BA446}"/>
    <dgm:cxn modelId="{C4A7D5D3-5058-468B-B9CD-EDF03593B305}" type="presOf" srcId="{E85C1654-9D99-4EF8-88EF-DADDCEE5FF6F}" destId="{B16BDBBE-D5E0-4DDC-83AA-874681D0230C}" srcOrd="1" destOrd="0" presId="urn:microsoft.com/office/officeart/2005/8/layout/target3"/>
    <dgm:cxn modelId="{E55FAED7-8231-4D78-890E-91AAF82830AA}" type="presOf" srcId="{06B5C537-CD14-4532-9E96-ECCC09C1D901}" destId="{15BB5029-021D-4B0C-AE3F-F784DCB34B2E}" srcOrd="1" destOrd="0" presId="urn:microsoft.com/office/officeart/2005/8/layout/target3"/>
    <dgm:cxn modelId="{EF087FDC-1B59-4769-821B-1162F2A33B8D}" type="presOf" srcId="{E85C1654-9D99-4EF8-88EF-DADDCEE5FF6F}" destId="{ADDF1573-AA70-4D28-9E69-BEE5D970930B}" srcOrd="0" destOrd="0" presId="urn:microsoft.com/office/officeart/2005/8/layout/target3"/>
    <dgm:cxn modelId="{769A0AEB-F30A-4A20-B472-8AB08D985B4C}" srcId="{6D7B205E-BFE3-48F0-8BF5-9E57C6FA8EC8}" destId="{E85C1654-9D99-4EF8-88EF-DADDCEE5FF6F}" srcOrd="0" destOrd="0" parTransId="{0F53625A-0F1B-43D6-83A5-768A5C6A19D9}" sibTransId="{665BFC50-439A-4AA6-B64D-F285995C3DCE}"/>
    <dgm:cxn modelId="{A02669ED-4BB8-4964-B7AD-EBDAFAC12238}" type="presOf" srcId="{55BE54DB-831C-49E3-A0A4-45595B03706B}" destId="{91F256D6-3E6B-462A-87BF-4367BDFEE8C1}" srcOrd="0" destOrd="0" presId="urn:microsoft.com/office/officeart/2005/8/layout/target3"/>
    <dgm:cxn modelId="{080DD3F2-9D8C-40D7-A331-EC7FE58843CA}" type="presOf" srcId="{6D7B205E-BFE3-48F0-8BF5-9E57C6FA8EC8}" destId="{578A9C81-9373-4019-9867-5B5EADB463E2}" srcOrd="0" destOrd="0" presId="urn:microsoft.com/office/officeart/2005/8/layout/target3"/>
    <dgm:cxn modelId="{FA34FA65-7567-4B50-98F6-BA8B157D8C83}" type="presParOf" srcId="{578A9C81-9373-4019-9867-5B5EADB463E2}" destId="{C1599977-8A8B-4C94-84D4-60824FAE740B}" srcOrd="0" destOrd="0" presId="urn:microsoft.com/office/officeart/2005/8/layout/target3"/>
    <dgm:cxn modelId="{727CDA24-589D-4AD2-8946-AEDAC78750A9}" type="presParOf" srcId="{578A9C81-9373-4019-9867-5B5EADB463E2}" destId="{3AF5B84E-0F9F-418E-8AE6-1F2F9F9C7CB3}" srcOrd="1" destOrd="0" presId="urn:microsoft.com/office/officeart/2005/8/layout/target3"/>
    <dgm:cxn modelId="{B7EFA0B5-1D28-4859-8969-9597FB089F19}" type="presParOf" srcId="{578A9C81-9373-4019-9867-5B5EADB463E2}" destId="{ADDF1573-AA70-4D28-9E69-BEE5D970930B}" srcOrd="2" destOrd="0" presId="urn:microsoft.com/office/officeart/2005/8/layout/target3"/>
    <dgm:cxn modelId="{DF5D9914-84D5-4A47-8064-081526CB2798}" type="presParOf" srcId="{578A9C81-9373-4019-9867-5B5EADB463E2}" destId="{7F32B856-D3F7-4332-8A91-5D61248D8523}" srcOrd="3" destOrd="0" presId="urn:microsoft.com/office/officeart/2005/8/layout/target3"/>
    <dgm:cxn modelId="{609E64FB-BAD9-4ABE-B7DE-E0BB68937145}" type="presParOf" srcId="{578A9C81-9373-4019-9867-5B5EADB463E2}" destId="{2DED942D-2495-4DFC-ACA9-37033E30C56D}" srcOrd="4" destOrd="0" presId="urn:microsoft.com/office/officeart/2005/8/layout/target3"/>
    <dgm:cxn modelId="{3C8DC330-8405-4962-A310-E07847132523}" type="presParOf" srcId="{578A9C81-9373-4019-9867-5B5EADB463E2}" destId="{21749EAD-366D-405D-9483-A68B3C27645C}" srcOrd="5" destOrd="0" presId="urn:microsoft.com/office/officeart/2005/8/layout/target3"/>
    <dgm:cxn modelId="{4D049082-C63E-4210-A767-FB1A6474F8A6}" type="presParOf" srcId="{578A9C81-9373-4019-9867-5B5EADB463E2}" destId="{7F41B09A-FCE3-4219-A28F-3F783D8638A4}" srcOrd="6" destOrd="0" presId="urn:microsoft.com/office/officeart/2005/8/layout/target3"/>
    <dgm:cxn modelId="{DE13CA79-E4FB-4165-B071-36AE2A8CAAA7}" type="presParOf" srcId="{578A9C81-9373-4019-9867-5B5EADB463E2}" destId="{D8A7B645-EE40-47AA-9029-3D44E263DD97}" srcOrd="7" destOrd="0" presId="urn:microsoft.com/office/officeart/2005/8/layout/target3"/>
    <dgm:cxn modelId="{089D090F-BC52-4F14-9000-3198AC716B74}" type="presParOf" srcId="{578A9C81-9373-4019-9867-5B5EADB463E2}" destId="{91F256D6-3E6B-462A-87BF-4367BDFEE8C1}" srcOrd="8" destOrd="0" presId="urn:microsoft.com/office/officeart/2005/8/layout/target3"/>
    <dgm:cxn modelId="{FA1A76FC-7EAD-48FE-B855-84F175FCC265}" type="presParOf" srcId="{578A9C81-9373-4019-9867-5B5EADB463E2}" destId="{B16BDBBE-D5E0-4DDC-83AA-874681D0230C}" srcOrd="9" destOrd="0" presId="urn:microsoft.com/office/officeart/2005/8/layout/target3"/>
    <dgm:cxn modelId="{44C335B7-DEB5-4055-A6CB-0890B6088ADE}" type="presParOf" srcId="{578A9C81-9373-4019-9867-5B5EADB463E2}" destId="{15BB5029-021D-4B0C-AE3F-F784DCB34B2E}" srcOrd="10" destOrd="0" presId="urn:microsoft.com/office/officeart/2005/8/layout/target3"/>
    <dgm:cxn modelId="{8DC7B0EA-947C-4066-AE68-936580013827}" type="presParOf" srcId="{578A9C81-9373-4019-9867-5B5EADB463E2}" destId="{2996E7B8-4E10-4A7E-8AB5-91C66AFAEFD1}" srcOrd="11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862F9A5C-5270-42BA-AE3B-B683370BE31B}" type="doc">
      <dgm:prSet loTypeId="urn:microsoft.com/office/officeart/2005/8/layout/process5" loCatId="process" qsTypeId="urn:microsoft.com/office/officeart/2005/8/quickstyle/3d4" qsCatId="3D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9637BBD2-CC97-4CEC-90A5-65467BAC468B}">
      <dgm:prSet custT="1"/>
      <dgm:spPr/>
      <dgm:t>
        <a:bodyPr/>
        <a:lstStyle/>
        <a:p>
          <a:r>
            <a:rPr lang="fr-FR" sz="1200" b="1" dirty="0">
              <a:latin typeface="+mn-lt"/>
            </a:rPr>
            <a:t>Calcul taux de marge</a:t>
          </a:r>
          <a:endParaRPr lang="fr-FR" sz="1200" dirty="0">
            <a:latin typeface="+mn-lt"/>
          </a:endParaRPr>
        </a:p>
      </dgm:t>
    </dgm:pt>
    <dgm:pt modelId="{A4CFFEF4-4E05-4D42-9D61-1EACD4DADB06}" type="parTrans" cxnId="{5E0C1C6B-C69F-42DD-AD23-B69E95C42713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2437FB5B-D330-4EE6-899F-D5EDBBEC2B76}" type="sibTrans" cxnId="{5E0C1C6B-C69F-42DD-AD23-B69E95C42713}">
      <dgm:prSet custT="1"/>
      <dgm:spPr/>
      <dgm:t>
        <a:bodyPr/>
        <a:lstStyle/>
        <a:p>
          <a:endParaRPr lang="fr-FR" sz="1200">
            <a:latin typeface="+mn-lt"/>
          </a:endParaRPr>
        </a:p>
      </dgm:t>
    </dgm:pt>
    <dgm:pt modelId="{4BB05B01-B598-4CD8-9DA9-693EA8AF7E7E}">
      <dgm:prSet custT="1"/>
      <dgm:spPr/>
      <dgm:t>
        <a:bodyPr/>
        <a:lstStyle/>
        <a:p>
          <a:pPr>
            <a:buNone/>
          </a:pPr>
          <a:r>
            <a:rPr lang="fr-FR" sz="1200" dirty="0">
              <a:latin typeface="+mn-lt"/>
            </a:rPr>
            <a:t>Création de la colonne Taux de marge</a:t>
          </a:r>
        </a:p>
      </dgm:t>
    </dgm:pt>
    <dgm:pt modelId="{EF2DF779-05C7-4632-A755-AA48C0FD78B6}" type="parTrans" cxnId="{C9ED006B-B5F2-4A3C-82C8-E36789404102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6E004382-9C7D-4B03-B432-CD0C40F2D029}" type="sibTrans" cxnId="{C9ED006B-B5F2-4A3C-82C8-E36789404102}">
      <dgm:prSet custT="1"/>
      <dgm:spPr/>
      <dgm:t>
        <a:bodyPr/>
        <a:lstStyle/>
        <a:p>
          <a:endParaRPr lang="fr-FR" sz="1200">
            <a:latin typeface="+mn-lt"/>
          </a:endParaRPr>
        </a:p>
      </dgm:t>
    </dgm:pt>
    <dgm:pt modelId="{91F5648F-3E98-4F14-B8C4-CC76C8289F5C}">
      <dgm:prSet custT="1"/>
      <dgm:spPr/>
      <dgm:t>
        <a:bodyPr/>
        <a:lstStyle/>
        <a:p>
          <a:r>
            <a:rPr lang="fr-FR" sz="1200" dirty="0">
              <a:latin typeface="+mn-lt"/>
            </a:rPr>
            <a:t>Création de la colonne </a:t>
          </a:r>
          <a:r>
            <a:rPr lang="fr-FR" sz="1200" b="1" dirty="0">
              <a:latin typeface="+mn-lt"/>
            </a:rPr>
            <a:t>Prix HT</a:t>
          </a:r>
          <a:endParaRPr lang="fr-FR" sz="1200" dirty="0">
            <a:latin typeface="+mn-lt"/>
          </a:endParaRPr>
        </a:p>
      </dgm:t>
    </dgm:pt>
    <dgm:pt modelId="{6AAB3FFB-00D8-4AE6-A2A1-2065F66DC276}" type="parTrans" cxnId="{A33B57C8-CF61-4E40-AAFC-B1C35E2FA136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3AC7755F-AFE7-45BC-B896-9B2786A66710}" type="sibTrans" cxnId="{A33B57C8-CF61-4E40-AAFC-B1C35E2FA136}">
      <dgm:prSet custT="1"/>
      <dgm:spPr/>
      <dgm:t>
        <a:bodyPr/>
        <a:lstStyle/>
        <a:p>
          <a:endParaRPr lang="fr-FR" sz="1200">
            <a:latin typeface="+mn-lt"/>
          </a:endParaRPr>
        </a:p>
      </dgm:t>
    </dgm:pt>
    <dgm:pt modelId="{DAFD33C5-4645-4EC3-90A0-5EA0164F8946}">
      <dgm:prSet custT="1"/>
      <dgm:spPr/>
      <dgm:t>
        <a:bodyPr/>
        <a:lstStyle/>
        <a:p>
          <a:pPr algn="l">
            <a:buNone/>
          </a:pPr>
          <a:r>
            <a:rPr lang="fr-FR" sz="1200" b="0" i="0" dirty="0">
              <a:effectLst/>
              <a:latin typeface="+mn-lt"/>
            </a:rPr>
            <a:t>Taux de marge </a:t>
          </a:r>
          <a:r>
            <a:rPr lang="fr-FR" sz="1200" b="1" i="0" dirty="0">
              <a:effectLst/>
              <a:latin typeface="+mn-lt"/>
            </a:rPr>
            <a:t>Min : </a:t>
          </a:r>
          <a:r>
            <a:rPr lang="fr-FR" sz="1200" b="1" i="0" dirty="0"/>
            <a:t>- 6.35</a:t>
          </a:r>
          <a:endParaRPr lang="fr-FR" sz="1200" b="1" i="0" dirty="0">
            <a:effectLst/>
            <a:latin typeface="+mn-lt"/>
          </a:endParaRPr>
        </a:p>
        <a:p>
          <a:pPr algn="ctr">
            <a:buNone/>
          </a:pPr>
          <a:r>
            <a:rPr lang="fr-FR" sz="1200" b="0" i="0" dirty="0">
              <a:effectLst/>
              <a:latin typeface="+mn-lt"/>
            </a:rPr>
            <a:t>Taux de marge </a:t>
          </a:r>
          <a:r>
            <a:rPr lang="fr-FR" sz="1200" b="1" i="0" dirty="0">
              <a:effectLst/>
              <a:latin typeface="+mn-lt"/>
            </a:rPr>
            <a:t>Max :0.48</a:t>
          </a:r>
          <a:endParaRPr lang="fr-FR" sz="1200" b="1" dirty="0">
            <a:latin typeface="+mn-lt"/>
          </a:endParaRPr>
        </a:p>
      </dgm:t>
    </dgm:pt>
    <dgm:pt modelId="{7451FF77-8298-49E7-8491-71BAD55A2425}" type="parTrans" cxnId="{139C5310-4B89-4E47-B2D9-C925372A5735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87B6B889-75C0-4FD6-9677-9612F19EBF61}" type="sibTrans" cxnId="{139C5310-4B89-4E47-B2D9-C925372A5735}">
      <dgm:prSet custT="1"/>
      <dgm:spPr/>
      <dgm:t>
        <a:bodyPr/>
        <a:lstStyle/>
        <a:p>
          <a:endParaRPr lang="fr-FR" sz="1200">
            <a:latin typeface="+mn-lt"/>
          </a:endParaRPr>
        </a:p>
      </dgm:t>
    </dgm:pt>
    <dgm:pt modelId="{8FA82A70-BE95-40E5-893E-C7FE711788CB}">
      <dgm:prSet custT="1"/>
      <dgm:spPr/>
      <dgm:t>
        <a:bodyPr/>
        <a:lstStyle/>
        <a:p>
          <a:r>
            <a:rPr lang="fr-FR" sz="1200" b="1" dirty="0">
              <a:latin typeface="+mn-lt"/>
            </a:rPr>
            <a:t>4 articles</a:t>
          </a:r>
          <a:r>
            <a:rPr lang="fr-FR" sz="1200" dirty="0">
              <a:latin typeface="+mn-lt"/>
            </a:rPr>
            <a:t> avec marge &lt;0</a:t>
          </a:r>
          <a:endParaRPr lang="fr-FR" sz="1200" b="0" i="0" dirty="0">
            <a:effectLst/>
            <a:latin typeface="+mn-lt"/>
          </a:endParaRPr>
        </a:p>
      </dgm:t>
    </dgm:pt>
    <dgm:pt modelId="{82FA8926-0B66-4EF2-8E32-A8913BDCA66F}" type="parTrans" cxnId="{8EAFE434-48E9-4086-B189-DEF0298C6B71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90C77EF5-1234-4663-9312-A001E8CC8407}" type="sibTrans" cxnId="{8EAFE434-48E9-4086-B189-DEF0298C6B71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E3BECF6B-2DC8-4543-A21F-40A2C10A0BCC}" type="pres">
      <dgm:prSet presAssocID="{862F9A5C-5270-42BA-AE3B-B683370BE31B}" presName="diagram" presStyleCnt="0">
        <dgm:presLayoutVars>
          <dgm:dir/>
          <dgm:resizeHandles val="exact"/>
        </dgm:presLayoutVars>
      </dgm:prSet>
      <dgm:spPr/>
    </dgm:pt>
    <dgm:pt modelId="{2E119AD3-6226-44BA-952D-02B2C7D77824}" type="pres">
      <dgm:prSet presAssocID="{9637BBD2-CC97-4CEC-90A5-65467BAC468B}" presName="node" presStyleLbl="node1" presStyleIdx="0" presStyleCnt="5" custScaleX="103924">
        <dgm:presLayoutVars>
          <dgm:bulletEnabled val="1"/>
        </dgm:presLayoutVars>
      </dgm:prSet>
      <dgm:spPr/>
    </dgm:pt>
    <dgm:pt modelId="{ADD472C8-DFA6-4683-8AA4-314180F71CE9}" type="pres">
      <dgm:prSet presAssocID="{2437FB5B-D330-4EE6-899F-D5EDBBEC2B76}" presName="sibTrans" presStyleLbl="sibTrans2D1" presStyleIdx="0" presStyleCnt="4"/>
      <dgm:spPr/>
    </dgm:pt>
    <dgm:pt modelId="{E3F435D6-FC76-421B-8B8B-3530F30EBC33}" type="pres">
      <dgm:prSet presAssocID="{2437FB5B-D330-4EE6-899F-D5EDBBEC2B76}" presName="connectorText" presStyleLbl="sibTrans2D1" presStyleIdx="0" presStyleCnt="4"/>
      <dgm:spPr/>
    </dgm:pt>
    <dgm:pt modelId="{38743E19-2339-48AE-9068-74F046797BD8}" type="pres">
      <dgm:prSet presAssocID="{91F5648F-3E98-4F14-B8C4-CC76C8289F5C}" presName="node" presStyleLbl="node1" presStyleIdx="1" presStyleCnt="5" custScaleX="120032">
        <dgm:presLayoutVars>
          <dgm:bulletEnabled val="1"/>
        </dgm:presLayoutVars>
      </dgm:prSet>
      <dgm:spPr/>
    </dgm:pt>
    <dgm:pt modelId="{12BCDF25-049B-44DA-BC9B-4D97A1D013DE}" type="pres">
      <dgm:prSet presAssocID="{3AC7755F-AFE7-45BC-B896-9B2786A66710}" presName="sibTrans" presStyleLbl="sibTrans2D1" presStyleIdx="1" presStyleCnt="4"/>
      <dgm:spPr/>
    </dgm:pt>
    <dgm:pt modelId="{BFDA1C80-76C8-440D-9533-C90F31E9C60A}" type="pres">
      <dgm:prSet presAssocID="{3AC7755F-AFE7-45BC-B896-9B2786A66710}" presName="connectorText" presStyleLbl="sibTrans2D1" presStyleIdx="1" presStyleCnt="4"/>
      <dgm:spPr/>
    </dgm:pt>
    <dgm:pt modelId="{C2BF6C1B-A617-42FB-83FE-E968E11073A1}" type="pres">
      <dgm:prSet presAssocID="{4BB05B01-B598-4CD8-9DA9-693EA8AF7E7E}" presName="node" presStyleLbl="node1" presStyleIdx="2" presStyleCnt="5" custScaleX="152368" custScaleY="93307">
        <dgm:presLayoutVars>
          <dgm:bulletEnabled val="1"/>
        </dgm:presLayoutVars>
      </dgm:prSet>
      <dgm:spPr/>
    </dgm:pt>
    <dgm:pt modelId="{0022425C-EA02-4EA0-B450-6CC42537F4DE}" type="pres">
      <dgm:prSet presAssocID="{6E004382-9C7D-4B03-B432-CD0C40F2D029}" presName="sibTrans" presStyleLbl="sibTrans2D1" presStyleIdx="2" presStyleCnt="4"/>
      <dgm:spPr/>
    </dgm:pt>
    <dgm:pt modelId="{D9BE1B97-FB92-4FFA-AAA9-2DA6D923C3FD}" type="pres">
      <dgm:prSet presAssocID="{6E004382-9C7D-4B03-B432-CD0C40F2D029}" presName="connectorText" presStyleLbl="sibTrans2D1" presStyleIdx="2" presStyleCnt="4"/>
      <dgm:spPr/>
    </dgm:pt>
    <dgm:pt modelId="{B533D5D3-5D5A-4407-93C5-E49266AC5820}" type="pres">
      <dgm:prSet presAssocID="{DAFD33C5-4645-4EC3-90A0-5EA0164F8946}" presName="node" presStyleLbl="node1" presStyleIdx="3" presStyleCnt="5" custScaleX="185751" custScaleY="94782">
        <dgm:presLayoutVars>
          <dgm:bulletEnabled val="1"/>
        </dgm:presLayoutVars>
      </dgm:prSet>
      <dgm:spPr/>
    </dgm:pt>
    <dgm:pt modelId="{8835D19F-58AF-4FFA-9396-BD99157501EF}" type="pres">
      <dgm:prSet presAssocID="{87B6B889-75C0-4FD6-9677-9612F19EBF61}" presName="sibTrans" presStyleLbl="sibTrans2D1" presStyleIdx="3" presStyleCnt="4" custAng="0" custLinFactNeighborX="2651" custLinFactNeighborY="10592"/>
      <dgm:spPr/>
    </dgm:pt>
    <dgm:pt modelId="{BEFB2CC6-4C89-4F46-A83C-2B7BB61F053C}" type="pres">
      <dgm:prSet presAssocID="{87B6B889-75C0-4FD6-9677-9612F19EBF61}" presName="connectorText" presStyleLbl="sibTrans2D1" presStyleIdx="3" presStyleCnt="4"/>
      <dgm:spPr/>
    </dgm:pt>
    <dgm:pt modelId="{3F84CDF6-9FD8-44AE-BFD2-6524C60D2616}" type="pres">
      <dgm:prSet presAssocID="{8FA82A70-BE95-40E5-893E-C7FE711788CB}" presName="node" presStyleLbl="node1" presStyleIdx="4" presStyleCnt="5" custScaleX="113767" custLinFactNeighborX="-5338" custLinFactNeighborY="509">
        <dgm:presLayoutVars>
          <dgm:bulletEnabled val="1"/>
        </dgm:presLayoutVars>
      </dgm:prSet>
      <dgm:spPr/>
    </dgm:pt>
  </dgm:ptLst>
  <dgm:cxnLst>
    <dgm:cxn modelId="{139C5310-4B89-4E47-B2D9-C925372A5735}" srcId="{862F9A5C-5270-42BA-AE3B-B683370BE31B}" destId="{DAFD33C5-4645-4EC3-90A0-5EA0164F8946}" srcOrd="3" destOrd="0" parTransId="{7451FF77-8298-49E7-8491-71BAD55A2425}" sibTransId="{87B6B889-75C0-4FD6-9677-9612F19EBF61}"/>
    <dgm:cxn modelId="{8C24A717-72E8-491F-85F3-4E77AC4D1D3E}" type="presOf" srcId="{2437FB5B-D330-4EE6-899F-D5EDBBEC2B76}" destId="{ADD472C8-DFA6-4683-8AA4-314180F71CE9}" srcOrd="0" destOrd="0" presId="urn:microsoft.com/office/officeart/2005/8/layout/process5"/>
    <dgm:cxn modelId="{B19C6F1E-3980-4844-92CF-2C5D42318A10}" type="presOf" srcId="{87B6B889-75C0-4FD6-9677-9612F19EBF61}" destId="{8835D19F-58AF-4FFA-9396-BD99157501EF}" srcOrd="0" destOrd="0" presId="urn:microsoft.com/office/officeart/2005/8/layout/process5"/>
    <dgm:cxn modelId="{4497632F-C6F2-4712-A9F5-405638B4BF1E}" type="presOf" srcId="{8FA82A70-BE95-40E5-893E-C7FE711788CB}" destId="{3F84CDF6-9FD8-44AE-BFD2-6524C60D2616}" srcOrd="0" destOrd="0" presId="urn:microsoft.com/office/officeart/2005/8/layout/process5"/>
    <dgm:cxn modelId="{8EAFE434-48E9-4086-B189-DEF0298C6B71}" srcId="{862F9A5C-5270-42BA-AE3B-B683370BE31B}" destId="{8FA82A70-BE95-40E5-893E-C7FE711788CB}" srcOrd="4" destOrd="0" parTransId="{82FA8926-0B66-4EF2-8E32-A8913BDCA66F}" sibTransId="{90C77EF5-1234-4663-9312-A001E8CC8407}"/>
    <dgm:cxn modelId="{253E4737-7D85-4F12-B511-903D5AD1F9BA}" type="presOf" srcId="{2437FB5B-D330-4EE6-899F-D5EDBBEC2B76}" destId="{E3F435D6-FC76-421B-8B8B-3530F30EBC33}" srcOrd="1" destOrd="0" presId="urn:microsoft.com/office/officeart/2005/8/layout/process5"/>
    <dgm:cxn modelId="{D9CC563C-2C78-4601-9C0F-1B77DFD99C26}" type="presOf" srcId="{4BB05B01-B598-4CD8-9DA9-693EA8AF7E7E}" destId="{C2BF6C1B-A617-42FB-83FE-E968E11073A1}" srcOrd="0" destOrd="0" presId="urn:microsoft.com/office/officeart/2005/8/layout/process5"/>
    <dgm:cxn modelId="{459AD43C-DFE2-46F1-B668-38E712A4B100}" type="presOf" srcId="{6E004382-9C7D-4B03-B432-CD0C40F2D029}" destId="{0022425C-EA02-4EA0-B450-6CC42537F4DE}" srcOrd="0" destOrd="0" presId="urn:microsoft.com/office/officeart/2005/8/layout/process5"/>
    <dgm:cxn modelId="{C9ED006B-B5F2-4A3C-82C8-E36789404102}" srcId="{862F9A5C-5270-42BA-AE3B-B683370BE31B}" destId="{4BB05B01-B598-4CD8-9DA9-693EA8AF7E7E}" srcOrd="2" destOrd="0" parTransId="{EF2DF779-05C7-4632-A755-AA48C0FD78B6}" sibTransId="{6E004382-9C7D-4B03-B432-CD0C40F2D029}"/>
    <dgm:cxn modelId="{5E0C1C6B-C69F-42DD-AD23-B69E95C42713}" srcId="{862F9A5C-5270-42BA-AE3B-B683370BE31B}" destId="{9637BBD2-CC97-4CEC-90A5-65467BAC468B}" srcOrd="0" destOrd="0" parTransId="{A4CFFEF4-4E05-4D42-9D61-1EACD4DADB06}" sibTransId="{2437FB5B-D330-4EE6-899F-D5EDBBEC2B76}"/>
    <dgm:cxn modelId="{68D96055-7AF4-44C0-A6B9-94F93FBE563A}" type="presOf" srcId="{3AC7755F-AFE7-45BC-B896-9B2786A66710}" destId="{12BCDF25-049B-44DA-BC9B-4D97A1D013DE}" srcOrd="0" destOrd="0" presId="urn:microsoft.com/office/officeart/2005/8/layout/process5"/>
    <dgm:cxn modelId="{A1976E55-C93A-4FCF-956E-53AA4C3EF10A}" type="presOf" srcId="{862F9A5C-5270-42BA-AE3B-B683370BE31B}" destId="{E3BECF6B-2DC8-4543-A21F-40A2C10A0BCC}" srcOrd="0" destOrd="0" presId="urn:microsoft.com/office/officeart/2005/8/layout/process5"/>
    <dgm:cxn modelId="{F2FDAF9F-D5F9-4272-A2FA-CCAFBA4AA8A9}" type="presOf" srcId="{87B6B889-75C0-4FD6-9677-9612F19EBF61}" destId="{BEFB2CC6-4C89-4F46-A83C-2B7BB61F053C}" srcOrd="1" destOrd="0" presId="urn:microsoft.com/office/officeart/2005/8/layout/process5"/>
    <dgm:cxn modelId="{9E8C54B8-DE6A-4BE0-B50A-966FEFCA6A31}" type="presOf" srcId="{DAFD33C5-4645-4EC3-90A0-5EA0164F8946}" destId="{B533D5D3-5D5A-4407-93C5-E49266AC5820}" srcOrd="0" destOrd="0" presId="urn:microsoft.com/office/officeart/2005/8/layout/process5"/>
    <dgm:cxn modelId="{A33B57C8-CF61-4E40-AAFC-B1C35E2FA136}" srcId="{862F9A5C-5270-42BA-AE3B-B683370BE31B}" destId="{91F5648F-3E98-4F14-B8C4-CC76C8289F5C}" srcOrd="1" destOrd="0" parTransId="{6AAB3FFB-00D8-4AE6-A2A1-2065F66DC276}" sibTransId="{3AC7755F-AFE7-45BC-B896-9B2786A66710}"/>
    <dgm:cxn modelId="{32753AD0-0CDF-4D2E-A9AE-E0F485D6122E}" type="presOf" srcId="{3AC7755F-AFE7-45BC-B896-9B2786A66710}" destId="{BFDA1C80-76C8-440D-9533-C90F31E9C60A}" srcOrd="1" destOrd="0" presId="urn:microsoft.com/office/officeart/2005/8/layout/process5"/>
    <dgm:cxn modelId="{82EF15D7-4057-4429-891A-0C7DB890ECA4}" type="presOf" srcId="{9637BBD2-CC97-4CEC-90A5-65467BAC468B}" destId="{2E119AD3-6226-44BA-952D-02B2C7D77824}" srcOrd="0" destOrd="0" presId="urn:microsoft.com/office/officeart/2005/8/layout/process5"/>
    <dgm:cxn modelId="{CAFE1ED8-4596-4753-A6CD-25F33264D3F9}" type="presOf" srcId="{6E004382-9C7D-4B03-B432-CD0C40F2D029}" destId="{D9BE1B97-FB92-4FFA-AAA9-2DA6D923C3FD}" srcOrd="1" destOrd="0" presId="urn:microsoft.com/office/officeart/2005/8/layout/process5"/>
    <dgm:cxn modelId="{DCEA33EA-35BE-43C6-8453-E20A4D660AAD}" type="presOf" srcId="{91F5648F-3E98-4F14-B8C4-CC76C8289F5C}" destId="{38743E19-2339-48AE-9068-74F046797BD8}" srcOrd="0" destOrd="0" presId="urn:microsoft.com/office/officeart/2005/8/layout/process5"/>
    <dgm:cxn modelId="{2F7EA381-9072-41FB-8A97-B5A336779A28}" type="presParOf" srcId="{E3BECF6B-2DC8-4543-A21F-40A2C10A0BCC}" destId="{2E119AD3-6226-44BA-952D-02B2C7D77824}" srcOrd="0" destOrd="0" presId="urn:microsoft.com/office/officeart/2005/8/layout/process5"/>
    <dgm:cxn modelId="{45C5EE0C-406A-468D-B36C-15C29727DB16}" type="presParOf" srcId="{E3BECF6B-2DC8-4543-A21F-40A2C10A0BCC}" destId="{ADD472C8-DFA6-4683-8AA4-314180F71CE9}" srcOrd="1" destOrd="0" presId="urn:microsoft.com/office/officeart/2005/8/layout/process5"/>
    <dgm:cxn modelId="{F39157D3-7FF5-4BCD-884B-DC4B67EDA5DD}" type="presParOf" srcId="{ADD472C8-DFA6-4683-8AA4-314180F71CE9}" destId="{E3F435D6-FC76-421B-8B8B-3530F30EBC33}" srcOrd="0" destOrd="0" presId="urn:microsoft.com/office/officeart/2005/8/layout/process5"/>
    <dgm:cxn modelId="{E1EE249E-C284-4A69-BD82-FD3B5516432C}" type="presParOf" srcId="{E3BECF6B-2DC8-4543-A21F-40A2C10A0BCC}" destId="{38743E19-2339-48AE-9068-74F046797BD8}" srcOrd="2" destOrd="0" presId="urn:microsoft.com/office/officeart/2005/8/layout/process5"/>
    <dgm:cxn modelId="{B84ED4BD-03F5-43D9-ABF7-75926F4AA3DA}" type="presParOf" srcId="{E3BECF6B-2DC8-4543-A21F-40A2C10A0BCC}" destId="{12BCDF25-049B-44DA-BC9B-4D97A1D013DE}" srcOrd="3" destOrd="0" presId="urn:microsoft.com/office/officeart/2005/8/layout/process5"/>
    <dgm:cxn modelId="{F32EABF3-BAAF-480C-8789-B6FB28A753CB}" type="presParOf" srcId="{12BCDF25-049B-44DA-BC9B-4D97A1D013DE}" destId="{BFDA1C80-76C8-440D-9533-C90F31E9C60A}" srcOrd="0" destOrd="0" presId="urn:microsoft.com/office/officeart/2005/8/layout/process5"/>
    <dgm:cxn modelId="{59213C51-02E6-4D30-A9FE-E39A8217DBC2}" type="presParOf" srcId="{E3BECF6B-2DC8-4543-A21F-40A2C10A0BCC}" destId="{C2BF6C1B-A617-42FB-83FE-E968E11073A1}" srcOrd="4" destOrd="0" presId="urn:microsoft.com/office/officeart/2005/8/layout/process5"/>
    <dgm:cxn modelId="{34FBACB4-646F-411C-AE56-6667BED892AB}" type="presParOf" srcId="{E3BECF6B-2DC8-4543-A21F-40A2C10A0BCC}" destId="{0022425C-EA02-4EA0-B450-6CC42537F4DE}" srcOrd="5" destOrd="0" presId="urn:microsoft.com/office/officeart/2005/8/layout/process5"/>
    <dgm:cxn modelId="{0E303D0B-3C62-4F5C-B8B3-80F16C3BAF86}" type="presParOf" srcId="{0022425C-EA02-4EA0-B450-6CC42537F4DE}" destId="{D9BE1B97-FB92-4FFA-AAA9-2DA6D923C3FD}" srcOrd="0" destOrd="0" presId="urn:microsoft.com/office/officeart/2005/8/layout/process5"/>
    <dgm:cxn modelId="{531D4D36-2834-4AD7-8925-1B7CF20BEC19}" type="presParOf" srcId="{E3BECF6B-2DC8-4543-A21F-40A2C10A0BCC}" destId="{B533D5D3-5D5A-4407-93C5-E49266AC5820}" srcOrd="6" destOrd="0" presId="urn:microsoft.com/office/officeart/2005/8/layout/process5"/>
    <dgm:cxn modelId="{7E364760-9F8E-416F-8D49-34335C10F7DF}" type="presParOf" srcId="{E3BECF6B-2DC8-4543-A21F-40A2C10A0BCC}" destId="{8835D19F-58AF-4FFA-9396-BD99157501EF}" srcOrd="7" destOrd="0" presId="urn:microsoft.com/office/officeart/2005/8/layout/process5"/>
    <dgm:cxn modelId="{5D0B398D-1438-420B-9B2A-F481CAC31667}" type="presParOf" srcId="{8835D19F-58AF-4FFA-9396-BD99157501EF}" destId="{BEFB2CC6-4C89-4F46-A83C-2B7BB61F053C}" srcOrd="0" destOrd="0" presId="urn:microsoft.com/office/officeart/2005/8/layout/process5"/>
    <dgm:cxn modelId="{D426C5C9-D4E8-4C42-B46C-4ECDAE455646}" type="presParOf" srcId="{E3BECF6B-2DC8-4543-A21F-40A2C10A0BCC}" destId="{3F84CDF6-9FD8-44AE-BFD2-6524C60D2616}" srcOrd="8" destOrd="0" presId="urn:microsoft.com/office/officeart/2005/8/layout/process5"/>
  </dgm:cxnLst>
  <dgm:bg>
    <a:solidFill>
      <a:schemeClr val="bg1"/>
    </a:solidFill>
    <a:effectLst>
      <a:outerShdw blurRad="50800" dist="38100" dir="5400000" algn="t" rotWithShape="0">
        <a:prstClr val="black">
          <a:alpha val="40000"/>
        </a:prstClr>
      </a:outerShdw>
    </a:effectLst>
  </dgm:bg>
  <dgm:whole>
    <a:ln w="19050">
      <a:solidFill>
        <a:schemeClr val="accent5">
          <a:lumMod val="75000"/>
        </a:schemeClr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862F9A5C-5270-42BA-AE3B-B683370BE31B}" type="doc">
      <dgm:prSet loTypeId="urn:microsoft.com/office/officeart/2005/8/layout/process5" loCatId="process" qsTypeId="urn:microsoft.com/office/officeart/2005/8/quickstyle/3d4" qsCatId="3D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9637BBD2-CC97-4CEC-90A5-65467BAC468B}">
      <dgm:prSet custT="1"/>
      <dgm:spPr/>
      <dgm:t>
        <a:bodyPr/>
        <a:lstStyle/>
        <a:p>
          <a:r>
            <a:rPr lang="fr-FR" sz="1200" dirty="0">
              <a:solidFill>
                <a:schemeClr val="tx1"/>
              </a:solidFill>
            </a:rPr>
            <a:t>Création d'un dataframe avec les </a:t>
          </a:r>
          <a:r>
            <a:rPr lang="fr-FR" sz="1200" b="1" dirty="0">
              <a:solidFill>
                <a:schemeClr val="tx1"/>
              </a:solidFill>
            </a:rPr>
            <a:t>taux positifs </a:t>
          </a:r>
          <a:endParaRPr lang="fr-FR" sz="1200" dirty="0">
            <a:latin typeface="+mn-lt"/>
          </a:endParaRPr>
        </a:p>
      </dgm:t>
    </dgm:pt>
    <dgm:pt modelId="{A4CFFEF4-4E05-4D42-9D61-1EACD4DADB06}" type="parTrans" cxnId="{5E0C1C6B-C69F-42DD-AD23-B69E95C42713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2437FB5B-D330-4EE6-899F-D5EDBBEC2B76}" type="sibTrans" cxnId="{5E0C1C6B-C69F-42DD-AD23-B69E95C42713}">
      <dgm:prSet custT="1"/>
      <dgm:spPr/>
      <dgm:t>
        <a:bodyPr/>
        <a:lstStyle/>
        <a:p>
          <a:endParaRPr lang="fr-FR" sz="1200">
            <a:latin typeface="+mn-lt"/>
          </a:endParaRPr>
        </a:p>
      </dgm:t>
    </dgm:pt>
    <dgm:pt modelId="{5D837AC0-EB39-4FED-B4FE-3A7DFB363EFA}">
      <dgm:prSet custT="1"/>
      <dgm:spPr/>
      <dgm:t>
        <a:bodyPr/>
        <a:lstStyle/>
        <a:p>
          <a:r>
            <a:rPr lang="fr-FR" sz="1200" b="0" dirty="0">
              <a:solidFill>
                <a:schemeClr val="tx1"/>
              </a:solidFill>
            </a:rPr>
            <a:t>Taux de marge </a:t>
          </a:r>
          <a:r>
            <a:rPr lang="fr-FR" sz="1200" b="1" dirty="0">
              <a:solidFill>
                <a:schemeClr val="tx1"/>
              </a:solidFill>
            </a:rPr>
            <a:t>Min : 0,23</a:t>
          </a:r>
        </a:p>
        <a:p>
          <a:r>
            <a:rPr lang="fr-FR" sz="1200" b="0" dirty="0">
              <a:solidFill>
                <a:schemeClr val="tx1"/>
              </a:solidFill>
            </a:rPr>
            <a:t>Taux de marge </a:t>
          </a:r>
          <a:r>
            <a:rPr lang="fr-FR" sz="1200" b="1" dirty="0">
              <a:solidFill>
                <a:schemeClr val="tx1"/>
              </a:solidFill>
            </a:rPr>
            <a:t>Max : 0,48</a:t>
          </a:r>
        </a:p>
      </dgm:t>
    </dgm:pt>
    <dgm:pt modelId="{55936E0D-8BA8-4CFC-A14E-727AD2AC3FFF}" type="parTrans" cxnId="{DB7F7471-7178-4983-886E-51B37E261504}">
      <dgm:prSet/>
      <dgm:spPr/>
      <dgm:t>
        <a:bodyPr/>
        <a:lstStyle/>
        <a:p>
          <a:endParaRPr lang="fr-FR"/>
        </a:p>
      </dgm:t>
    </dgm:pt>
    <dgm:pt modelId="{18099C50-5CF7-4334-8D2F-62401C816AEE}" type="sibTrans" cxnId="{DB7F7471-7178-4983-886E-51B37E261504}">
      <dgm:prSet/>
      <dgm:spPr/>
      <dgm:t>
        <a:bodyPr/>
        <a:lstStyle/>
        <a:p>
          <a:endParaRPr lang="fr-FR"/>
        </a:p>
      </dgm:t>
    </dgm:pt>
    <dgm:pt modelId="{E3BECF6B-2DC8-4543-A21F-40A2C10A0BCC}" type="pres">
      <dgm:prSet presAssocID="{862F9A5C-5270-42BA-AE3B-B683370BE31B}" presName="diagram" presStyleCnt="0">
        <dgm:presLayoutVars>
          <dgm:dir/>
          <dgm:resizeHandles val="exact"/>
        </dgm:presLayoutVars>
      </dgm:prSet>
      <dgm:spPr/>
    </dgm:pt>
    <dgm:pt modelId="{2E119AD3-6226-44BA-952D-02B2C7D77824}" type="pres">
      <dgm:prSet presAssocID="{9637BBD2-CC97-4CEC-90A5-65467BAC468B}" presName="node" presStyleLbl="node1" presStyleIdx="0" presStyleCnt="2" custScaleX="369716">
        <dgm:presLayoutVars>
          <dgm:bulletEnabled val="1"/>
        </dgm:presLayoutVars>
      </dgm:prSet>
      <dgm:spPr/>
    </dgm:pt>
    <dgm:pt modelId="{ADD472C8-DFA6-4683-8AA4-314180F71CE9}" type="pres">
      <dgm:prSet presAssocID="{2437FB5B-D330-4EE6-899F-D5EDBBEC2B76}" presName="sibTrans" presStyleLbl="sibTrans2D1" presStyleIdx="0" presStyleCnt="1"/>
      <dgm:spPr/>
    </dgm:pt>
    <dgm:pt modelId="{E3F435D6-FC76-421B-8B8B-3530F30EBC33}" type="pres">
      <dgm:prSet presAssocID="{2437FB5B-D330-4EE6-899F-D5EDBBEC2B76}" presName="connectorText" presStyleLbl="sibTrans2D1" presStyleIdx="0" presStyleCnt="1"/>
      <dgm:spPr/>
    </dgm:pt>
    <dgm:pt modelId="{32033CE7-4805-43E8-B3BB-E404C1B84069}" type="pres">
      <dgm:prSet presAssocID="{5D837AC0-EB39-4FED-B4FE-3A7DFB363EFA}" presName="node" presStyleLbl="node1" presStyleIdx="1" presStyleCnt="2" custScaleX="319247">
        <dgm:presLayoutVars>
          <dgm:bulletEnabled val="1"/>
        </dgm:presLayoutVars>
      </dgm:prSet>
      <dgm:spPr/>
    </dgm:pt>
  </dgm:ptLst>
  <dgm:cxnLst>
    <dgm:cxn modelId="{8C24A717-72E8-491F-85F3-4E77AC4D1D3E}" type="presOf" srcId="{2437FB5B-D330-4EE6-899F-D5EDBBEC2B76}" destId="{ADD472C8-DFA6-4683-8AA4-314180F71CE9}" srcOrd="0" destOrd="0" presId="urn:microsoft.com/office/officeart/2005/8/layout/process5"/>
    <dgm:cxn modelId="{253E4737-7D85-4F12-B511-903D5AD1F9BA}" type="presOf" srcId="{2437FB5B-D330-4EE6-899F-D5EDBBEC2B76}" destId="{E3F435D6-FC76-421B-8B8B-3530F30EBC33}" srcOrd="1" destOrd="0" presId="urn:microsoft.com/office/officeart/2005/8/layout/process5"/>
    <dgm:cxn modelId="{5E0C1C6B-C69F-42DD-AD23-B69E95C42713}" srcId="{862F9A5C-5270-42BA-AE3B-B683370BE31B}" destId="{9637BBD2-CC97-4CEC-90A5-65467BAC468B}" srcOrd="0" destOrd="0" parTransId="{A4CFFEF4-4E05-4D42-9D61-1EACD4DADB06}" sibTransId="{2437FB5B-D330-4EE6-899F-D5EDBBEC2B76}"/>
    <dgm:cxn modelId="{DB7F7471-7178-4983-886E-51B37E261504}" srcId="{862F9A5C-5270-42BA-AE3B-B683370BE31B}" destId="{5D837AC0-EB39-4FED-B4FE-3A7DFB363EFA}" srcOrd="1" destOrd="0" parTransId="{55936E0D-8BA8-4CFC-A14E-727AD2AC3FFF}" sibTransId="{18099C50-5CF7-4334-8D2F-62401C816AEE}"/>
    <dgm:cxn modelId="{A1976E55-C93A-4FCF-956E-53AA4C3EF10A}" type="presOf" srcId="{862F9A5C-5270-42BA-AE3B-B683370BE31B}" destId="{E3BECF6B-2DC8-4543-A21F-40A2C10A0BCC}" srcOrd="0" destOrd="0" presId="urn:microsoft.com/office/officeart/2005/8/layout/process5"/>
    <dgm:cxn modelId="{5AE550A5-59F7-4228-AC98-C53A4D726ED3}" type="presOf" srcId="{5D837AC0-EB39-4FED-B4FE-3A7DFB363EFA}" destId="{32033CE7-4805-43E8-B3BB-E404C1B84069}" srcOrd="0" destOrd="0" presId="urn:microsoft.com/office/officeart/2005/8/layout/process5"/>
    <dgm:cxn modelId="{82EF15D7-4057-4429-891A-0C7DB890ECA4}" type="presOf" srcId="{9637BBD2-CC97-4CEC-90A5-65467BAC468B}" destId="{2E119AD3-6226-44BA-952D-02B2C7D77824}" srcOrd="0" destOrd="0" presId="urn:microsoft.com/office/officeart/2005/8/layout/process5"/>
    <dgm:cxn modelId="{2F7EA381-9072-41FB-8A97-B5A336779A28}" type="presParOf" srcId="{E3BECF6B-2DC8-4543-A21F-40A2C10A0BCC}" destId="{2E119AD3-6226-44BA-952D-02B2C7D77824}" srcOrd="0" destOrd="0" presId="urn:microsoft.com/office/officeart/2005/8/layout/process5"/>
    <dgm:cxn modelId="{45C5EE0C-406A-468D-B36C-15C29727DB16}" type="presParOf" srcId="{E3BECF6B-2DC8-4543-A21F-40A2C10A0BCC}" destId="{ADD472C8-DFA6-4683-8AA4-314180F71CE9}" srcOrd="1" destOrd="0" presId="urn:microsoft.com/office/officeart/2005/8/layout/process5"/>
    <dgm:cxn modelId="{F39157D3-7FF5-4BCD-884B-DC4B67EDA5DD}" type="presParOf" srcId="{ADD472C8-DFA6-4683-8AA4-314180F71CE9}" destId="{E3F435D6-FC76-421B-8B8B-3530F30EBC33}" srcOrd="0" destOrd="0" presId="urn:microsoft.com/office/officeart/2005/8/layout/process5"/>
    <dgm:cxn modelId="{4317010B-E298-4CCD-90C9-7DF0C4C1E6E8}" type="presParOf" srcId="{E3BECF6B-2DC8-4543-A21F-40A2C10A0BCC}" destId="{32033CE7-4805-43E8-B3BB-E404C1B84069}" srcOrd="2" destOrd="0" presId="urn:microsoft.com/office/officeart/2005/8/layout/process5"/>
  </dgm:cxnLst>
  <dgm:bg>
    <a:solidFill>
      <a:schemeClr val="bg1"/>
    </a:solidFill>
    <a:effectLst>
      <a:outerShdw blurRad="50800" dist="38100" dir="5400000" algn="t" rotWithShape="0">
        <a:prstClr val="black">
          <a:alpha val="40000"/>
        </a:prstClr>
      </a:outerShdw>
    </a:effectLst>
  </dgm:bg>
  <dgm:whole>
    <a:ln w="19050">
      <a:solidFill>
        <a:schemeClr val="accent5">
          <a:lumMod val="75000"/>
        </a:schemeClr>
      </a:solidFill>
    </a:ln>
  </dgm:whole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862F9A5C-5270-42BA-AE3B-B683370BE31B}" type="doc">
      <dgm:prSet loTypeId="urn:microsoft.com/office/officeart/2005/8/layout/process5" loCatId="process" qsTypeId="urn:microsoft.com/office/officeart/2005/8/quickstyle/3d4" qsCatId="3D" csTypeId="urn:microsoft.com/office/officeart/2005/8/colors/accent5_1" csCatId="accent5" phldr="1"/>
      <dgm:spPr/>
      <dgm:t>
        <a:bodyPr/>
        <a:lstStyle/>
        <a:p>
          <a:endParaRPr lang="fr-FR"/>
        </a:p>
      </dgm:t>
    </dgm:pt>
    <dgm:pt modelId="{9637BBD2-CC97-4CEC-90A5-65467BAC468B}">
      <dgm:prSet custT="1"/>
      <dgm:spPr/>
      <dgm:t>
        <a:bodyPr/>
        <a:lstStyle/>
        <a:p>
          <a:r>
            <a:rPr lang="fr-FR" sz="1200" b="1" dirty="0"/>
            <a:t>dataframe avec le taux de marge moyen par type de produit</a:t>
          </a:r>
          <a:endParaRPr lang="fr-FR" sz="1200" dirty="0">
            <a:latin typeface="+mn-lt"/>
          </a:endParaRPr>
        </a:p>
      </dgm:t>
    </dgm:pt>
    <dgm:pt modelId="{A4CFFEF4-4E05-4D42-9D61-1EACD4DADB06}" type="parTrans" cxnId="{5E0C1C6B-C69F-42DD-AD23-B69E95C42713}">
      <dgm:prSet/>
      <dgm:spPr/>
      <dgm:t>
        <a:bodyPr/>
        <a:lstStyle/>
        <a:p>
          <a:endParaRPr lang="fr-FR" sz="1200">
            <a:latin typeface="+mn-lt"/>
          </a:endParaRPr>
        </a:p>
      </dgm:t>
    </dgm:pt>
    <dgm:pt modelId="{2437FB5B-D330-4EE6-899F-D5EDBBEC2B76}" type="sibTrans" cxnId="{5E0C1C6B-C69F-42DD-AD23-B69E95C42713}">
      <dgm:prSet custT="1"/>
      <dgm:spPr/>
      <dgm:t>
        <a:bodyPr/>
        <a:lstStyle/>
        <a:p>
          <a:endParaRPr lang="fr-FR" sz="1200">
            <a:latin typeface="+mn-lt"/>
          </a:endParaRPr>
        </a:p>
      </dgm:t>
    </dgm:pt>
    <dgm:pt modelId="{E3BECF6B-2DC8-4543-A21F-40A2C10A0BCC}" type="pres">
      <dgm:prSet presAssocID="{862F9A5C-5270-42BA-AE3B-B683370BE31B}" presName="diagram" presStyleCnt="0">
        <dgm:presLayoutVars>
          <dgm:dir/>
          <dgm:resizeHandles val="exact"/>
        </dgm:presLayoutVars>
      </dgm:prSet>
      <dgm:spPr/>
    </dgm:pt>
    <dgm:pt modelId="{2E119AD3-6226-44BA-952D-02B2C7D77824}" type="pres">
      <dgm:prSet presAssocID="{9637BBD2-CC97-4CEC-90A5-65467BAC468B}" presName="node" presStyleLbl="node1" presStyleIdx="0" presStyleCnt="1" custScaleX="507500">
        <dgm:presLayoutVars>
          <dgm:bulletEnabled val="1"/>
        </dgm:presLayoutVars>
      </dgm:prSet>
      <dgm:spPr/>
    </dgm:pt>
  </dgm:ptLst>
  <dgm:cxnLst>
    <dgm:cxn modelId="{5E0C1C6B-C69F-42DD-AD23-B69E95C42713}" srcId="{862F9A5C-5270-42BA-AE3B-B683370BE31B}" destId="{9637BBD2-CC97-4CEC-90A5-65467BAC468B}" srcOrd="0" destOrd="0" parTransId="{A4CFFEF4-4E05-4D42-9D61-1EACD4DADB06}" sibTransId="{2437FB5B-D330-4EE6-899F-D5EDBBEC2B76}"/>
    <dgm:cxn modelId="{A1976E55-C93A-4FCF-956E-53AA4C3EF10A}" type="presOf" srcId="{862F9A5C-5270-42BA-AE3B-B683370BE31B}" destId="{E3BECF6B-2DC8-4543-A21F-40A2C10A0BCC}" srcOrd="0" destOrd="0" presId="urn:microsoft.com/office/officeart/2005/8/layout/process5"/>
    <dgm:cxn modelId="{82EF15D7-4057-4429-891A-0C7DB890ECA4}" type="presOf" srcId="{9637BBD2-CC97-4CEC-90A5-65467BAC468B}" destId="{2E119AD3-6226-44BA-952D-02B2C7D77824}" srcOrd="0" destOrd="0" presId="urn:microsoft.com/office/officeart/2005/8/layout/process5"/>
    <dgm:cxn modelId="{2F7EA381-9072-41FB-8A97-B5A336779A28}" type="presParOf" srcId="{E3BECF6B-2DC8-4543-A21F-40A2C10A0BCC}" destId="{2E119AD3-6226-44BA-952D-02B2C7D77824}" srcOrd="0" destOrd="0" presId="urn:microsoft.com/office/officeart/2005/8/layout/process5"/>
  </dgm:cxnLst>
  <dgm:bg>
    <a:solidFill>
      <a:schemeClr val="bg1"/>
    </a:solidFill>
    <a:effectLst>
      <a:outerShdw blurRad="50800" dist="38100" dir="5400000" algn="t" rotWithShape="0">
        <a:prstClr val="black">
          <a:alpha val="40000"/>
        </a:prstClr>
      </a:outerShdw>
    </a:effectLst>
  </dgm:bg>
  <dgm:whole>
    <a:ln w="19050">
      <a:solidFill>
        <a:schemeClr val="accent5">
          <a:lumMod val="75000"/>
        </a:schemeClr>
      </a:solidFill>
    </a:ln>
  </dgm:whole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C5C2BF9F-5DE2-4422-9D30-78122D94A6E1}" type="doc">
      <dgm:prSet loTypeId="urn:microsoft.com/office/officeart/2005/8/layout/vList6" loCatId="process" qsTypeId="urn:microsoft.com/office/officeart/2005/8/quickstyle/3d2" qsCatId="3D" csTypeId="urn:microsoft.com/office/officeart/2005/8/colors/accent3_2" csCatId="accent3" phldr="1"/>
      <dgm:spPr/>
      <dgm:t>
        <a:bodyPr/>
        <a:lstStyle/>
        <a:p>
          <a:endParaRPr lang="fr-FR"/>
        </a:p>
      </dgm:t>
    </dgm:pt>
    <dgm:pt modelId="{9448120C-C143-4D63-80C7-1A3CCC1A9575}">
      <dgm:prSet phldrT="[Texte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r-FR" sz="1200" dirty="0"/>
            <a:t>Ce qui a bien fonctionné lors du nettoyage</a:t>
          </a:r>
        </a:p>
      </dgm:t>
    </dgm:pt>
    <dgm:pt modelId="{CD0219F6-D647-4D88-A1F6-69590B699AB7}" type="parTrans" cxnId="{8FBEF991-AC3B-4D52-84BD-718DBA5D2480}">
      <dgm:prSet/>
      <dgm:spPr/>
      <dgm:t>
        <a:bodyPr/>
        <a:lstStyle/>
        <a:p>
          <a:endParaRPr lang="fr-FR"/>
        </a:p>
      </dgm:t>
    </dgm:pt>
    <dgm:pt modelId="{EEC1C84F-A79C-40E6-A8AD-1085185CB4B0}" type="sibTrans" cxnId="{8FBEF991-AC3B-4D52-84BD-718DBA5D2480}">
      <dgm:prSet/>
      <dgm:spPr/>
      <dgm:t>
        <a:bodyPr/>
        <a:lstStyle/>
        <a:p>
          <a:endParaRPr lang="fr-FR"/>
        </a:p>
      </dgm:t>
    </dgm:pt>
    <dgm:pt modelId="{FF173506-D125-4332-AAB4-F13A6D8D357C}">
      <dgm:prSet phldrT="[Texte]" custT="1"/>
      <dgm:spPr>
        <a:solidFill>
          <a:schemeClr val="bg1">
            <a:alpha val="90000"/>
          </a:schemeClr>
        </a:solidFill>
      </dgm:spPr>
      <dgm:t>
        <a:bodyPr anchor="ctr"/>
        <a:lstStyle/>
        <a:p>
          <a:r>
            <a:rPr lang="fr-FR" sz="1200" dirty="0"/>
            <a:t>Saisie du code Python répondant aux instructions données</a:t>
          </a:r>
        </a:p>
      </dgm:t>
    </dgm:pt>
    <dgm:pt modelId="{11F2F423-D26C-4D71-A214-24C6F1DBEA2B}" type="parTrans" cxnId="{A83D9454-758A-4BFB-89A0-7FC5BE9A56A3}">
      <dgm:prSet/>
      <dgm:spPr/>
      <dgm:t>
        <a:bodyPr/>
        <a:lstStyle/>
        <a:p>
          <a:endParaRPr lang="fr-FR"/>
        </a:p>
      </dgm:t>
    </dgm:pt>
    <dgm:pt modelId="{FD08F89D-2860-43A3-800D-8E782745545E}" type="sibTrans" cxnId="{A83D9454-758A-4BFB-89A0-7FC5BE9A56A3}">
      <dgm:prSet/>
      <dgm:spPr/>
      <dgm:t>
        <a:bodyPr/>
        <a:lstStyle/>
        <a:p>
          <a:endParaRPr lang="fr-FR"/>
        </a:p>
      </dgm:t>
    </dgm:pt>
    <dgm:pt modelId="{CB7A7FFC-1FF3-488E-ACEF-EB54BC5C4542}">
      <dgm:prSet phldrT="[Texte]" custT="1"/>
      <dgm:spPr>
        <a:solidFill>
          <a:schemeClr val="bg1">
            <a:alpha val="90000"/>
          </a:schemeClr>
        </a:solidFill>
      </dgm:spPr>
      <dgm:t>
        <a:bodyPr anchor="ctr"/>
        <a:lstStyle/>
        <a:p>
          <a:r>
            <a:rPr lang="fr-FR" sz="1200" dirty="0"/>
            <a:t>Importation des librairies sans problème</a:t>
          </a:r>
        </a:p>
      </dgm:t>
    </dgm:pt>
    <dgm:pt modelId="{2ED4D766-CD3E-416C-B300-D17EC6959830}" type="parTrans" cxnId="{2AABD715-1659-430E-BC6A-48281A8FEAA6}">
      <dgm:prSet/>
      <dgm:spPr/>
      <dgm:t>
        <a:bodyPr/>
        <a:lstStyle/>
        <a:p>
          <a:endParaRPr lang="fr-FR"/>
        </a:p>
      </dgm:t>
    </dgm:pt>
    <dgm:pt modelId="{009514B5-31D0-4DDF-A449-54C350257C48}" type="sibTrans" cxnId="{2AABD715-1659-430E-BC6A-48281A8FEAA6}">
      <dgm:prSet/>
      <dgm:spPr/>
      <dgm:t>
        <a:bodyPr/>
        <a:lstStyle/>
        <a:p>
          <a:endParaRPr lang="fr-FR"/>
        </a:p>
      </dgm:t>
    </dgm:pt>
    <dgm:pt modelId="{E00DF3AE-DB34-44A9-8666-7D913B8279AF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r-FR" sz="1200" dirty="0"/>
            <a:t>Ce qui a été le plus difficile</a:t>
          </a:r>
        </a:p>
      </dgm:t>
    </dgm:pt>
    <dgm:pt modelId="{31D8FBBE-DF63-4281-A6CE-7A793544AF54}" type="parTrans" cxnId="{71A4C23F-0ED6-4766-AB80-FC4F45209379}">
      <dgm:prSet/>
      <dgm:spPr/>
      <dgm:t>
        <a:bodyPr/>
        <a:lstStyle/>
        <a:p>
          <a:endParaRPr lang="fr-FR"/>
        </a:p>
      </dgm:t>
    </dgm:pt>
    <dgm:pt modelId="{D7AC1D5F-8A20-4D5A-A14D-CEA87F092E41}" type="sibTrans" cxnId="{71A4C23F-0ED6-4766-AB80-FC4F45209379}">
      <dgm:prSet/>
      <dgm:spPr/>
      <dgm:t>
        <a:bodyPr/>
        <a:lstStyle/>
        <a:p>
          <a:endParaRPr lang="fr-FR"/>
        </a:p>
      </dgm:t>
    </dgm:pt>
    <dgm:pt modelId="{A6064E8E-838C-4A92-A030-65F45A1ADC02}">
      <dgm:prSet custT="1"/>
      <dgm:spPr>
        <a:solidFill>
          <a:schemeClr val="bg1">
            <a:alpha val="90000"/>
          </a:schemeClr>
        </a:solidFill>
      </dgm:spPr>
      <dgm:t>
        <a:bodyPr anchor="ctr"/>
        <a:lstStyle/>
        <a:p>
          <a:r>
            <a:rPr lang="fr-FR" sz="1200" dirty="0"/>
            <a:t>Éliminer les lignes non nécessaires tout en conservant l’intégrité des informations.</a:t>
          </a:r>
        </a:p>
      </dgm:t>
    </dgm:pt>
    <dgm:pt modelId="{E71F3FB1-4838-429E-9ED3-218A3FD64134}" type="parTrans" cxnId="{AF3E5B85-E3F0-4539-B818-3C7B0FE1FCB4}">
      <dgm:prSet/>
      <dgm:spPr/>
      <dgm:t>
        <a:bodyPr/>
        <a:lstStyle/>
        <a:p>
          <a:endParaRPr lang="fr-FR"/>
        </a:p>
      </dgm:t>
    </dgm:pt>
    <dgm:pt modelId="{709D45EE-AAD0-46DF-B046-8E37659D3A26}" type="sibTrans" cxnId="{AF3E5B85-E3F0-4539-B818-3C7B0FE1FCB4}">
      <dgm:prSet/>
      <dgm:spPr/>
      <dgm:t>
        <a:bodyPr/>
        <a:lstStyle/>
        <a:p>
          <a:endParaRPr lang="fr-FR"/>
        </a:p>
      </dgm:t>
    </dgm:pt>
    <dgm:pt modelId="{0CF42B00-40F1-4994-8521-8BB8DC1F4AB9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r-FR" sz="1200" dirty="0"/>
            <a:t>Renforcement nécessaire</a:t>
          </a:r>
        </a:p>
      </dgm:t>
    </dgm:pt>
    <dgm:pt modelId="{C45B027F-0063-452F-A596-7DCA580A1BF9}" type="parTrans" cxnId="{CCE9F35A-611E-4367-84A3-D01EBA7E0A09}">
      <dgm:prSet/>
      <dgm:spPr/>
      <dgm:t>
        <a:bodyPr/>
        <a:lstStyle/>
        <a:p>
          <a:endParaRPr lang="fr-FR"/>
        </a:p>
      </dgm:t>
    </dgm:pt>
    <dgm:pt modelId="{492DBB73-E58A-4041-BC52-7EF6C7786844}" type="sibTrans" cxnId="{CCE9F35A-611E-4367-84A3-D01EBA7E0A09}">
      <dgm:prSet/>
      <dgm:spPr/>
      <dgm:t>
        <a:bodyPr/>
        <a:lstStyle/>
        <a:p>
          <a:endParaRPr lang="fr-FR"/>
        </a:p>
      </dgm:t>
    </dgm:pt>
    <dgm:pt modelId="{E9B68171-D889-47F9-B645-AF52239D5E3A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endParaRPr lang="fr-FR" sz="1200" dirty="0"/>
        </a:p>
      </dgm:t>
    </dgm:pt>
    <dgm:pt modelId="{BFAAD577-1841-485F-972F-AC3CB495F7DE}" type="parTrans" cxnId="{37218686-0956-4C0A-83A3-B4B0FED20BF1}">
      <dgm:prSet/>
      <dgm:spPr/>
      <dgm:t>
        <a:bodyPr/>
        <a:lstStyle/>
        <a:p>
          <a:endParaRPr lang="fr-FR"/>
        </a:p>
      </dgm:t>
    </dgm:pt>
    <dgm:pt modelId="{39683025-8372-4843-BC58-48482A8995F4}" type="sibTrans" cxnId="{37218686-0956-4C0A-83A3-B4B0FED20BF1}">
      <dgm:prSet/>
      <dgm:spPr/>
      <dgm:t>
        <a:bodyPr/>
        <a:lstStyle/>
        <a:p>
          <a:endParaRPr lang="fr-FR"/>
        </a:p>
      </dgm:t>
    </dgm:pt>
    <dgm:pt modelId="{DD1E5051-D42C-45E1-A0B5-84701510AC61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1200" dirty="0"/>
            <a:t>Analyse exploratoire des fichiers</a:t>
          </a:r>
        </a:p>
      </dgm:t>
    </dgm:pt>
    <dgm:pt modelId="{D57A2B08-C070-4891-AFB9-FDF590E47F0B}" type="parTrans" cxnId="{AC1ABD44-1D0E-42DB-9A52-76616A43CDB4}">
      <dgm:prSet/>
      <dgm:spPr/>
      <dgm:t>
        <a:bodyPr/>
        <a:lstStyle/>
        <a:p>
          <a:endParaRPr lang="fr-FR"/>
        </a:p>
      </dgm:t>
    </dgm:pt>
    <dgm:pt modelId="{A74764C9-6AF4-45C4-AE04-FE9F9B64004B}" type="sibTrans" cxnId="{AC1ABD44-1D0E-42DB-9A52-76616A43CDB4}">
      <dgm:prSet/>
      <dgm:spPr/>
      <dgm:t>
        <a:bodyPr/>
        <a:lstStyle/>
        <a:p>
          <a:endParaRPr lang="fr-FR"/>
        </a:p>
      </dgm:t>
    </dgm:pt>
    <dgm:pt modelId="{D755E39C-DDA6-4BFE-91EC-391E0A342D22}">
      <dgm:prSet custT="1"/>
      <dgm:spPr>
        <a:solidFill>
          <a:schemeClr val="bg1">
            <a:alpha val="90000"/>
          </a:schemeClr>
        </a:solidFill>
      </dgm:spPr>
      <dgm:t>
        <a:bodyPr anchor="ctr"/>
        <a:lstStyle/>
        <a:p>
          <a:r>
            <a:rPr lang="fr-FR" sz="1200" dirty="0"/>
            <a:t>Correction des valeurs erronées </a:t>
          </a:r>
        </a:p>
      </dgm:t>
    </dgm:pt>
    <dgm:pt modelId="{C99DE938-B1DD-4B88-883F-F8D44E785D06}" type="parTrans" cxnId="{14E31436-D503-48A6-8AAB-3B3F9F5B180A}">
      <dgm:prSet/>
      <dgm:spPr/>
      <dgm:t>
        <a:bodyPr/>
        <a:lstStyle/>
        <a:p>
          <a:endParaRPr lang="fr-FR"/>
        </a:p>
      </dgm:t>
    </dgm:pt>
    <dgm:pt modelId="{2D2F6BA4-DA08-42B7-99BE-20DF2783AB83}" type="sibTrans" cxnId="{14E31436-D503-48A6-8AAB-3B3F9F5B180A}">
      <dgm:prSet/>
      <dgm:spPr/>
      <dgm:t>
        <a:bodyPr/>
        <a:lstStyle/>
        <a:p>
          <a:endParaRPr lang="fr-FR"/>
        </a:p>
      </dgm:t>
    </dgm:pt>
    <dgm:pt modelId="{C0052BCB-2C3B-4F0F-915F-6AF5EE7527D8}" type="pres">
      <dgm:prSet presAssocID="{C5C2BF9F-5DE2-4422-9D30-78122D94A6E1}" presName="Name0" presStyleCnt="0">
        <dgm:presLayoutVars>
          <dgm:dir/>
          <dgm:animLvl val="lvl"/>
          <dgm:resizeHandles/>
        </dgm:presLayoutVars>
      </dgm:prSet>
      <dgm:spPr/>
    </dgm:pt>
    <dgm:pt modelId="{16648D17-C425-4961-B603-CA247CAAD4F5}" type="pres">
      <dgm:prSet presAssocID="{9448120C-C143-4D63-80C7-1A3CCC1A9575}" presName="linNode" presStyleCnt="0"/>
      <dgm:spPr/>
    </dgm:pt>
    <dgm:pt modelId="{05B48FE0-0E65-497A-A048-D2C51385C85B}" type="pres">
      <dgm:prSet presAssocID="{9448120C-C143-4D63-80C7-1A3CCC1A9575}" presName="parentShp" presStyleLbl="node1" presStyleIdx="0" presStyleCnt="3" custScaleX="91238" custScaleY="35485" custLinFactNeighborX="-4870" custLinFactNeighborY="1716">
        <dgm:presLayoutVars>
          <dgm:bulletEnabled val="1"/>
        </dgm:presLayoutVars>
      </dgm:prSet>
      <dgm:spPr/>
    </dgm:pt>
    <dgm:pt modelId="{D82AA0AA-64B4-4CB9-847B-A2905116F480}" type="pres">
      <dgm:prSet presAssocID="{9448120C-C143-4D63-80C7-1A3CCC1A9575}" presName="childShp" presStyleLbl="bgAccFollowNode1" presStyleIdx="0" presStyleCnt="3" custScaleX="107013" custScaleY="48261" custLinFactNeighborX="93" custLinFactNeighborY="2627">
        <dgm:presLayoutVars>
          <dgm:bulletEnabled val="1"/>
        </dgm:presLayoutVars>
      </dgm:prSet>
      <dgm:spPr/>
    </dgm:pt>
    <dgm:pt modelId="{B3AA9C2C-4877-480A-9881-E1EC27494601}" type="pres">
      <dgm:prSet presAssocID="{EEC1C84F-A79C-40E6-A8AD-1085185CB4B0}" presName="spacing" presStyleCnt="0"/>
      <dgm:spPr/>
    </dgm:pt>
    <dgm:pt modelId="{FEDBDB17-36D6-4A90-A0D3-1404B39F9434}" type="pres">
      <dgm:prSet presAssocID="{E00DF3AE-DB34-44A9-8666-7D913B8279AF}" presName="linNode" presStyleCnt="0"/>
      <dgm:spPr/>
    </dgm:pt>
    <dgm:pt modelId="{95AF3CAA-7BEB-4A94-AEAF-D18EB89C3846}" type="pres">
      <dgm:prSet presAssocID="{E00DF3AE-DB34-44A9-8666-7D913B8279AF}" presName="parentShp" presStyleLbl="node1" presStyleIdx="1" presStyleCnt="3" custScaleX="90228" custScaleY="38244" custLinFactNeighborX="-3270" custLinFactNeighborY="-2549">
        <dgm:presLayoutVars>
          <dgm:bulletEnabled val="1"/>
        </dgm:presLayoutVars>
      </dgm:prSet>
      <dgm:spPr/>
    </dgm:pt>
    <dgm:pt modelId="{E5D06793-5FAD-4BEB-BA3B-0CED65FB00C2}" type="pres">
      <dgm:prSet presAssocID="{E00DF3AE-DB34-44A9-8666-7D913B8279AF}" presName="childShp" presStyleLbl="bgAccFollowNode1" presStyleIdx="1" presStyleCnt="3" custScaleX="109509" custScaleY="49628" custLinFactNeighborX="117" custLinFactNeighborY="-2641">
        <dgm:presLayoutVars>
          <dgm:bulletEnabled val="1"/>
        </dgm:presLayoutVars>
      </dgm:prSet>
      <dgm:spPr/>
    </dgm:pt>
    <dgm:pt modelId="{8027784A-4690-496F-AA89-4FEDE575E918}" type="pres">
      <dgm:prSet presAssocID="{D7AC1D5F-8A20-4D5A-A14D-CEA87F092E41}" presName="spacing" presStyleCnt="0"/>
      <dgm:spPr/>
    </dgm:pt>
    <dgm:pt modelId="{B6912F67-C281-4E78-90BB-F84C4302150E}" type="pres">
      <dgm:prSet presAssocID="{0CF42B00-40F1-4994-8521-8BB8DC1F4AB9}" presName="linNode" presStyleCnt="0"/>
      <dgm:spPr/>
    </dgm:pt>
    <dgm:pt modelId="{2D4356FD-DD16-4227-A52F-7881866D64C4}" type="pres">
      <dgm:prSet presAssocID="{0CF42B00-40F1-4994-8521-8BB8DC1F4AB9}" presName="parentShp" presStyleLbl="node1" presStyleIdx="2" presStyleCnt="3" custScaleX="87973" custScaleY="37299" custLinFactNeighborX="-585" custLinFactNeighborY="-5012">
        <dgm:presLayoutVars>
          <dgm:bulletEnabled val="1"/>
        </dgm:presLayoutVars>
      </dgm:prSet>
      <dgm:spPr/>
    </dgm:pt>
    <dgm:pt modelId="{B124D981-1A4F-499F-BA29-838A7E0D5F49}" type="pres">
      <dgm:prSet presAssocID="{0CF42B00-40F1-4994-8521-8BB8DC1F4AB9}" presName="childShp" presStyleLbl="bgAccFollowNode1" presStyleIdx="2" presStyleCnt="3" custScaleX="106732" custScaleY="30203" custLinFactNeighborX="-746" custLinFactNeighborY="-4177">
        <dgm:presLayoutVars>
          <dgm:bulletEnabled val="1"/>
        </dgm:presLayoutVars>
      </dgm:prSet>
      <dgm:spPr/>
    </dgm:pt>
  </dgm:ptLst>
  <dgm:cxnLst>
    <dgm:cxn modelId="{2AABD715-1659-430E-BC6A-48281A8FEAA6}" srcId="{9448120C-C143-4D63-80C7-1A3CCC1A9575}" destId="{CB7A7FFC-1FF3-488E-ACEF-EB54BC5C4542}" srcOrd="1" destOrd="0" parTransId="{2ED4D766-CD3E-416C-B300-D17EC6959830}" sibTransId="{009514B5-31D0-4DDF-A449-54C350257C48}"/>
    <dgm:cxn modelId="{6541981C-30A1-487C-B532-9D12B20970B8}" type="presOf" srcId="{A6064E8E-838C-4A92-A030-65F45A1ADC02}" destId="{E5D06793-5FAD-4BEB-BA3B-0CED65FB00C2}" srcOrd="0" destOrd="0" presId="urn:microsoft.com/office/officeart/2005/8/layout/vList6"/>
    <dgm:cxn modelId="{14E31436-D503-48A6-8AAB-3B3F9F5B180A}" srcId="{E00DF3AE-DB34-44A9-8666-7D913B8279AF}" destId="{D755E39C-DDA6-4BFE-91EC-391E0A342D22}" srcOrd="1" destOrd="0" parTransId="{C99DE938-B1DD-4B88-883F-F8D44E785D06}" sibTransId="{2D2F6BA4-DA08-42B7-99BE-20DF2783AB83}"/>
    <dgm:cxn modelId="{503BCF3D-119E-470A-8350-278E36DF264C}" type="presOf" srcId="{E9B68171-D889-47F9-B645-AF52239D5E3A}" destId="{B124D981-1A4F-499F-BA29-838A7E0D5F49}" srcOrd="0" destOrd="0" presId="urn:microsoft.com/office/officeart/2005/8/layout/vList6"/>
    <dgm:cxn modelId="{71A4C23F-0ED6-4766-AB80-FC4F45209379}" srcId="{C5C2BF9F-5DE2-4422-9D30-78122D94A6E1}" destId="{E00DF3AE-DB34-44A9-8666-7D913B8279AF}" srcOrd="1" destOrd="0" parTransId="{31D8FBBE-DF63-4281-A6CE-7A793544AF54}" sibTransId="{D7AC1D5F-8A20-4D5A-A14D-CEA87F092E41}"/>
    <dgm:cxn modelId="{AC1ABD44-1D0E-42DB-9A52-76616A43CDB4}" srcId="{0CF42B00-40F1-4994-8521-8BB8DC1F4AB9}" destId="{DD1E5051-D42C-45E1-A0B5-84701510AC61}" srcOrd="1" destOrd="0" parTransId="{D57A2B08-C070-4891-AFB9-FDF590E47F0B}" sibTransId="{A74764C9-6AF4-45C4-AE04-FE9F9B64004B}"/>
    <dgm:cxn modelId="{9383674B-8AA9-4E5D-91D9-8D93F773F060}" type="presOf" srcId="{DD1E5051-D42C-45E1-A0B5-84701510AC61}" destId="{B124D981-1A4F-499F-BA29-838A7E0D5F49}" srcOrd="0" destOrd="1" presId="urn:microsoft.com/office/officeart/2005/8/layout/vList6"/>
    <dgm:cxn modelId="{51882C6C-F8D7-4FFE-A8FB-B40E0664969E}" type="presOf" srcId="{C5C2BF9F-5DE2-4422-9D30-78122D94A6E1}" destId="{C0052BCB-2C3B-4F0F-915F-6AF5EE7527D8}" srcOrd="0" destOrd="0" presId="urn:microsoft.com/office/officeart/2005/8/layout/vList6"/>
    <dgm:cxn modelId="{A83D9454-758A-4BFB-89A0-7FC5BE9A56A3}" srcId="{9448120C-C143-4D63-80C7-1A3CCC1A9575}" destId="{FF173506-D125-4332-AAB4-F13A6D8D357C}" srcOrd="0" destOrd="0" parTransId="{11F2F423-D26C-4D71-A214-24C6F1DBEA2B}" sibTransId="{FD08F89D-2860-43A3-800D-8E782745545E}"/>
    <dgm:cxn modelId="{0F1B617A-1C0F-44DA-99DC-F245D97B05F1}" type="presOf" srcId="{D755E39C-DDA6-4BFE-91EC-391E0A342D22}" destId="{E5D06793-5FAD-4BEB-BA3B-0CED65FB00C2}" srcOrd="0" destOrd="1" presId="urn:microsoft.com/office/officeart/2005/8/layout/vList6"/>
    <dgm:cxn modelId="{CCE9F35A-611E-4367-84A3-D01EBA7E0A09}" srcId="{C5C2BF9F-5DE2-4422-9D30-78122D94A6E1}" destId="{0CF42B00-40F1-4994-8521-8BB8DC1F4AB9}" srcOrd="2" destOrd="0" parTransId="{C45B027F-0063-452F-A596-7DCA580A1BF9}" sibTransId="{492DBB73-E58A-4041-BC52-7EF6C7786844}"/>
    <dgm:cxn modelId="{D3A2A784-344A-4318-9D93-458833184893}" type="presOf" srcId="{E00DF3AE-DB34-44A9-8666-7D913B8279AF}" destId="{95AF3CAA-7BEB-4A94-AEAF-D18EB89C3846}" srcOrd="0" destOrd="0" presId="urn:microsoft.com/office/officeart/2005/8/layout/vList6"/>
    <dgm:cxn modelId="{AF3E5B85-E3F0-4539-B818-3C7B0FE1FCB4}" srcId="{E00DF3AE-DB34-44A9-8666-7D913B8279AF}" destId="{A6064E8E-838C-4A92-A030-65F45A1ADC02}" srcOrd="0" destOrd="0" parTransId="{E71F3FB1-4838-429E-9ED3-218A3FD64134}" sibTransId="{709D45EE-AAD0-46DF-B046-8E37659D3A26}"/>
    <dgm:cxn modelId="{D826C185-A437-4BA8-B27E-9EFA27A1E6DF}" type="presOf" srcId="{CB7A7FFC-1FF3-488E-ACEF-EB54BC5C4542}" destId="{D82AA0AA-64B4-4CB9-847B-A2905116F480}" srcOrd="0" destOrd="1" presId="urn:microsoft.com/office/officeart/2005/8/layout/vList6"/>
    <dgm:cxn modelId="{37218686-0956-4C0A-83A3-B4B0FED20BF1}" srcId="{0CF42B00-40F1-4994-8521-8BB8DC1F4AB9}" destId="{E9B68171-D889-47F9-B645-AF52239D5E3A}" srcOrd="0" destOrd="0" parTransId="{BFAAD577-1841-485F-972F-AC3CB495F7DE}" sibTransId="{39683025-8372-4843-BC58-48482A8995F4}"/>
    <dgm:cxn modelId="{4A0CE187-56D1-4360-8E98-F32C6452E82E}" type="presOf" srcId="{9448120C-C143-4D63-80C7-1A3CCC1A9575}" destId="{05B48FE0-0E65-497A-A048-D2C51385C85B}" srcOrd="0" destOrd="0" presId="urn:microsoft.com/office/officeart/2005/8/layout/vList6"/>
    <dgm:cxn modelId="{8FBEF991-AC3B-4D52-84BD-718DBA5D2480}" srcId="{C5C2BF9F-5DE2-4422-9D30-78122D94A6E1}" destId="{9448120C-C143-4D63-80C7-1A3CCC1A9575}" srcOrd="0" destOrd="0" parTransId="{CD0219F6-D647-4D88-A1F6-69590B699AB7}" sibTransId="{EEC1C84F-A79C-40E6-A8AD-1085185CB4B0}"/>
    <dgm:cxn modelId="{DABF7499-9549-4D07-991F-FB48F815C043}" type="presOf" srcId="{FF173506-D125-4332-AAB4-F13A6D8D357C}" destId="{D82AA0AA-64B4-4CB9-847B-A2905116F480}" srcOrd="0" destOrd="0" presId="urn:microsoft.com/office/officeart/2005/8/layout/vList6"/>
    <dgm:cxn modelId="{B8777CFC-529C-4202-A7D0-25F89220A8FA}" type="presOf" srcId="{0CF42B00-40F1-4994-8521-8BB8DC1F4AB9}" destId="{2D4356FD-DD16-4227-A52F-7881866D64C4}" srcOrd="0" destOrd="0" presId="urn:microsoft.com/office/officeart/2005/8/layout/vList6"/>
    <dgm:cxn modelId="{DEA6A5EF-7175-4535-8B42-EBBA37E09A52}" type="presParOf" srcId="{C0052BCB-2C3B-4F0F-915F-6AF5EE7527D8}" destId="{16648D17-C425-4961-B603-CA247CAAD4F5}" srcOrd="0" destOrd="0" presId="urn:microsoft.com/office/officeart/2005/8/layout/vList6"/>
    <dgm:cxn modelId="{D1995B63-9431-4DF7-8F31-E21E4625BC77}" type="presParOf" srcId="{16648D17-C425-4961-B603-CA247CAAD4F5}" destId="{05B48FE0-0E65-497A-A048-D2C51385C85B}" srcOrd="0" destOrd="0" presId="urn:microsoft.com/office/officeart/2005/8/layout/vList6"/>
    <dgm:cxn modelId="{87C98484-EF90-4E95-9614-7347309FD48F}" type="presParOf" srcId="{16648D17-C425-4961-B603-CA247CAAD4F5}" destId="{D82AA0AA-64B4-4CB9-847B-A2905116F480}" srcOrd="1" destOrd="0" presId="urn:microsoft.com/office/officeart/2005/8/layout/vList6"/>
    <dgm:cxn modelId="{D3384AAE-9E33-4492-B24C-A99B57E74D39}" type="presParOf" srcId="{C0052BCB-2C3B-4F0F-915F-6AF5EE7527D8}" destId="{B3AA9C2C-4877-480A-9881-E1EC27494601}" srcOrd="1" destOrd="0" presId="urn:microsoft.com/office/officeart/2005/8/layout/vList6"/>
    <dgm:cxn modelId="{33684CEC-4D9C-49A2-A7A4-AA20C0AEF2C3}" type="presParOf" srcId="{C0052BCB-2C3B-4F0F-915F-6AF5EE7527D8}" destId="{FEDBDB17-36D6-4A90-A0D3-1404B39F9434}" srcOrd="2" destOrd="0" presId="urn:microsoft.com/office/officeart/2005/8/layout/vList6"/>
    <dgm:cxn modelId="{80B633BE-1514-46AF-8BFA-A923A2164BBA}" type="presParOf" srcId="{FEDBDB17-36D6-4A90-A0D3-1404B39F9434}" destId="{95AF3CAA-7BEB-4A94-AEAF-D18EB89C3846}" srcOrd="0" destOrd="0" presId="urn:microsoft.com/office/officeart/2005/8/layout/vList6"/>
    <dgm:cxn modelId="{20060349-8153-41AB-91BB-39503A1F9388}" type="presParOf" srcId="{FEDBDB17-36D6-4A90-A0D3-1404B39F9434}" destId="{E5D06793-5FAD-4BEB-BA3B-0CED65FB00C2}" srcOrd="1" destOrd="0" presId="urn:microsoft.com/office/officeart/2005/8/layout/vList6"/>
    <dgm:cxn modelId="{9019FFCA-CDC3-4500-977E-4D90E307097D}" type="presParOf" srcId="{C0052BCB-2C3B-4F0F-915F-6AF5EE7527D8}" destId="{8027784A-4690-496F-AA89-4FEDE575E918}" srcOrd="3" destOrd="0" presId="urn:microsoft.com/office/officeart/2005/8/layout/vList6"/>
    <dgm:cxn modelId="{6D8B64FF-8A6C-41CF-8810-668A57491F5E}" type="presParOf" srcId="{C0052BCB-2C3B-4F0F-915F-6AF5EE7527D8}" destId="{B6912F67-C281-4E78-90BB-F84C4302150E}" srcOrd="4" destOrd="0" presId="urn:microsoft.com/office/officeart/2005/8/layout/vList6"/>
    <dgm:cxn modelId="{F6D653EE-1A34-4C43-BCBE-D6FABA92AB14}" type="presParOf" srcId="{B6912F67-C281-4E78-90BB-F84C4302150E}" destId="{2D4356FD-DD16-4227-A52F-7881866D64C4}" srcOrd="0" destOrd="0" presId="urn:microsoft.com/office/officeart/2005/8/layout/vList6"/>
    <dgm:cxn modelId="{A575EF08-1D4B-42DF-97CB-89B05AFC8903}" type="presParOf" srcId="{B6912F67-C281-4E78-90BB-F84C4302150E}" destId="{B124D981-1A4F-499F-BA29-838A7E0D5F49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CF5225-C80C-4DB8-8518-C45273A31630}">
      <dsp:nvSpPr>
        <dsp:cNvPr id="0" name=""/>
        <dsp:cNvSpPr/>
      </dsp:nvSpPr>
      <dsp:spPr>
        <a:xfrm rot="5400000">
          <a:off x="5732251" y="-2565039"/>
          <a:ext cx="768881" cy="5899521"/>
        </a:xfrm>
        <a:prstGeom prst="round2SameRect">
          <a:avLst/>
        </a:prstGeom>
        <a:noFill/>
        <a:ln>
          <a:noFill/>
        </a:ln>
        <a:effectLst/>
        <a:scene3d>
          <a:camera prst="orthographicFront"/>
          <a:lightRig rig="chilly" dir="t"/>
        </a:scene3d>
        <a:sp3d extrusionH="1700"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5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b="1" kern="1200" dirty="0"/>
            <a:t>Création</a:t>
          </a:r>
          <a:r>
            <a:rPr lang="fr-FR" sz="1200" kern="1200" dirty="0"/>
            <a:t> colonne </a:t>
          </a:r>
          <a:r>
            <a:rPr lang="fr-FR" sz="1200" b="1" kern="1200" dirty="0"/>
            <a:t>temporaire stock_status2 </a:t>
          </a:r>
          <a:r>
            <a:rPr lang="fr-FR" sz="1200" kern="1200" dirty="0"/>
            <a:t>basée sur stock_quantity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 Identifier </a:t>
          </a:r>
          <a:r>
            <a:rPr lang="fr-FR" sz="1200" b="1" kern="1200" dirty="0"/>
            <a:t>4 lignes en  écart </a:t>
          </a:r>
          <a:r>
            <a:rPr lang="fr-FR" sz="1200" kern="1200" dirty="0"/>
            <a:t>( où </a:t>
          </a:r>
          <a:r>
            <a:rPr lang="fr-FR" sz="1200" kern="1200" dirty="0" err="1"/>
            <a:t>stock_status</a:t>
          </a:r>
          <a:r>
            <a:rPr lang="fr-FR" sz="1200" kern="1200" dirty="0"/>
            <a:t> ≠   stock_status2)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 </a:t>
          </a:r>
          <a:r>
            <a:rPr lang="fr-FR" sz="1200" b="1" kern="1200" dirty="0"/>
            <a:t>Correction </a:t>
          </a:r>
          <a:r>
            <a:rPr lang="fr-FR" sz="1200" kern="1200" dirty="0"/>
            <a:t>des statuts  </a:t>
          </a:r>
          <a:r>
            <a:rPr lang="fr-FR" sz="1200" b="1" kern="1200" dirty="0"/>
            <a:t>incohérents</a:t>
          </a:r>
          <a:r>
            <a:rPr lang="fr-FR" sz="1200" kern="1200" dirty="0"/>
            <a:t>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 Suppression de la colonne temporaire afin d’éviter les données redondantes.</a:t>
          </a:r>
        </a:p>
      </dsp:txBody>
      <dsp:txXfrm rot="-5400000">
        <a:off x="3166931" y="37815"/>
        <a:ext cx="5861987" cy="693813"/>
      </dsp:txXfrm>
    </dsp:sp>
    <dsp:sp modelId="{A2785B4B-16F3-44BA-94BC-A254CEF4974C}">
      <dsp:nvSpPr>
        <dsp:cNvPr id="0" name=""/>
        <dsp:cNvSpPr/>
      </dsp:nvSpPr>
      <dsp:spPr>
        <a:xfrm>
          <a:off x="1347" y="78553"/>
          <a:ext cx="3165583" cy="62870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solidFill>
                <a:schemeClr val="accent5">
                  <a:lumMod val="75000"/>
                </a:schemeClr>
              </a:solidFill>
            </a:rPr>
            <a:t>Stock_Status </a:t>
          </a:r>
        </a:p>
      </dsp:txBody>
      <dsp:txXfrm>
        <a:off x="32038" y="109244"/>
        <a:ext cx="3104201" cy="5673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A94065-97BC-423C-9434-55EAEAC6E18F}">
      <dsp:nvSpPr>
        <dsp:cNvPr id="0" name=""/>
        <dsp:cNvSpPr/>
      </dsp:nvSpPr>
      <dsp:spPr>
        <a:xfrm rot="5400000">
          <a:off x="5737056" y="-2560742"/>
          <a:ext cx="768832" cy="5890927"/>
        </a:xfrm>
        <a:prstGeom prst="round2SameRect">
          <a:avLst/>
        </a:prstGeom>
        <a:noFill/>
        <a:ln>
          <a:noFill/>
        </a:ln>
        <a:effectLst/>
        <a:scene3d>
          <a:camera prst="orthographicFront"/>
          <a:lightRig rig="chilly" dir="t"/>
        </a:scene3d>
        <a:sp3d extrusionH="1700"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Identification de </a:t>
          </a:r>
          <a:r>
            <a:rPr lang="fr-FR" sz="1200" b="1" kern="1200" dirty="0"/>
            <a:t>3 prix négatifs, </a:t>
          </a:r>
          <a:r>
            <a:rPr lang="fr-FR" sz="1200" b="0" kern="1200" dirty="0"/>
            <a:t>considères comme incorrects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b="0" kern="1200" dirty="0"/>
            <a:t>Ces anomalies doivent être </a:t>
          </a:r>
          <a:r>
            <a:rPr lang="fr-FR" sz="1200" b="1" kern="1200" dirty="0"/>
            <a:t>signalées à l’entreprise </a:t>
          </a:r>
          <a:r>
            <a:rPr lang="fr-FR" sz="1200" b="0" kern="1200" dirty="0"/>
            <a:t>pour vérification 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Calcul d’un </a:t>
          </a:r>
          <a:r>
            <a:rPr lang="fr-FR" sz="1200" b="1" kern="1200" dirty="0"/>
            <a:t>ratio moyen </a:t>
          </a:r>
          <a:r>
            <a:rPr lang="fr-FR" sz="1200" kern="1200" dirty="0"/>
            <a:t>de 1,93 a partir des données valides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Remplacement des prix  négatifs par </a:t>
          </a:r>
          <a:r>
            <a:rPr lang="fr-FR" sz="1200" b="1" kern="1200" dirty="0"/>
            <a:t>prix d’achat × ratio moyen</a:t>
          </a:r>
          <a:r>
            <a:rPr lang="fr-FR" sz="1200" kern="1200" dirty="0"/>
            <a:t>(1,93 )</a:t>
          </a:r>
        </a:p>
      </dsp:txBody>
      <dsp:txXfrm rot="-5400000">
        <a:off x="3176009" y="37836"/>
        <a:ext cx="5853396" cy="693770"/>
      </dsp:txXfrm>
    </dsp:sp>
    <dsp:sp modelId="{92D9B811-3FF9-4F1A-9F95-915C967433B9}">
      <dsp:nvSpPr>
        <dsp:cNvPr id="0" name=""/>
        <dsp:cNvSpPr/>
      </dsp:nvSpPr>
      <dsp:spPr>
        <a:xfrm>
          <a:off x="16" y="63963"/>
          <a:ext cx="3175146" cy="66428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solidFill>
                <a:schemeClr val="accent5">
                  <a:lumMod val="75000"/>
                </a:schemeClr>
              </a:solidFill>
            </a:rPr>
            <a:t>Price</a:t>
          </a:r>
          <a:r>
            <a:rPr lang="fr-FR" sz="1400" kern="1200" dirty="0"/>
            <a:t> </a:t>
          </a:r>
        </a:p>
      </dsp:txBody>
      <dsp:txXfrm>
        <a:off x="32444" y="96391"/>
        <a:ext cx="3110290" cy="5994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CF5225-C80C-4DB8-8518-C45273A31630}">
      <dsp:nvSpPr>
        <dsp:cNvPr id="0" name=""/>
        <dsp:cNvSpPr/>
      </dsp:nvSpPr>
      <dsp:spPr>
        <a:xfrm rot="5400000">
          <a:off x="5845888" y="-2678760"/>
          <a:ext cx="541605" cy="5899521"/>
        </a:xfrm>
        <a:prstGeom prst="round2SameRect">
          <a:avLst/>
        </a:prstGeom>
        <a:noFill/>
        <a:ln>
          <a:noFill/>
        </a:ln>
        <a:effectLst/>
        <a:scene3d>
          <a:camera prst="orthographicFront"/>
          <a:lightRig rig="chilly" dir="t"/>
        </a:scene3d>
        <a:sp3d extrusionH="1700"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Aucune valeur </a:t>
          </a:r>
          <a:r>
            <a:rPr lang="fr-FR" sz="1200" b="1" kern="1200" dirty="0"/>
            <a:t>négative</a:t>
          </a:r>
          <a:r>
            <a:rPr lang="fr-FR" sz="1200" kern="1200" dirty="0"/>
            <a:t> ni valeur manquante détectée.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La colonne contient une variable binaire : </a:t>
          </a:r>
          <a:r>
            <a:rPr lang="fr-FR" sz="1200" b="1" kern="1200" dirty="0"/>
            <a:t>0 </a:t>
          </a:r>
          <a:r>
            <a:rPr lang="fr-FR" sz="1200" kern="1200" dirty="0"/>
            <a:t>( non vendu), </a:t>
          </a:r>
          <a:r>
            <a:rPr lang="fr-FR" sz="1200" b="1" kern="1200" dirty="0"/>
            <a:t>1</a:t>
          </a:r>
          <a:r>
            <a:rPr lang="fr-FR" sz="1200" kern="1200" dirty="0"/>
            <a:t> (vendu)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200" kern="1200" dirty="0"/>
        </a:p>
      </dsp:txBody>
      <dsp:txXfrm rot="-5400000">
        <a:off x="3166931" y="26636"/>
        <a:ext cx="5873082" cy="488727"/>
      </dsp:txXfrm>
    </dsp:sp>
    <dsp:sp modelId="{A2785B4B-16F3-44BA-94BC-A254CEF4974C}">
      <dsp:nvSpPr>
        <dsp:cNvPr id="0" name=""/>
        <dsp:cNvSpPr/>
      </dsp:nvSpPr>
      <dsp:spPr>
        <a:xfrm>
          <a:off x="1347" y="55333"/>
          <a:ext cx="3165583" cy="44286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dirty="0">
              <a:solidFill>
                <a:schemeClr val="accent5">
                  <a:lumMod val="75000"/>
                </a:schemeClr>
              </a:solidFill>
            </a:rPr>
            <a:t>ONSALE_WEB</a:t>
          </a:r>
          <a:endParaRPr lang="fr-FR" sz="1400" kern="1200" dirty="0">
            <a:solidFill>
              <a:schemeClr val="accent5">
                <a:lumMod val="75000"/>
              </a:schemeClr>
            </a:solidFill>
          </a:endParaRPr>
        </a:p>
      </dsp:txBody>
      <dsp:txXfrm>
        <a:off x="22966" y="76952"/>
        <a:ext cx="3122345" cy="3996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A94065-97BC-423C-9434-55EAEAC6E18F}">
      <dsp:nvSpPr>
        <dsp:cNvPr id="0" name=""/>
        <dsp:cNvSpPr/>
      </dsp:nvSpPr>
      <dsp:spPr>
        <a:xfrm rot="5400000">
          <a:off x="5850687" y="-2674463"/>
          <a:ext cx="541571" cy="5890927"/>
        </a:xfrm>
        <a:prstGeom prst="round2SameRect">
          <a:avLst/>
        </a:prstGeom>
        <a:noFill/>
        <a:ln>
          <a:noFill/>
        </a:ln>
        <a:effectLst/>
        <a:scene3d>
          <a:camera prst="orthographicFront"/>
          <a:lightRig rig="chilly" dir="t"/>
        </a:scene3d>
        <a:sp3d extrusionH="1700"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200" b="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b="0" kern="1200" dirty="0"/>
            <a:t>Aucune valeur </a:t>
          </a:r>
          <a:r>
            <a:rPr lang="fr-FR" sz="1200" b="1" kern="1200" dirty="0"/>
            <a:t>manquante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b="0" kern="1200" dirty="0"/>
            <a:t>Aucune valeur </a:t>
          </a:r>
          <a:r>
            <a:rPr lang="fr-FR" sz="1200" b="1" kern="1200" dirty="0"/>
            <a:t>négative</a:t>
          </a:r>
          <a:r>
            <a:rPr lang="fr-FR" sz="1200" b="0" kern="1200" dirty="0"/>
            <a:t> ou égale </a:t>
          </a:r>
          <a:r>
            <a:rPr lang="fr-FR" sz="1200" b="1" kern="1200" dirty="0"/>
            <a:t>à 0 </a:t>
          </a:r>
          <a:r>
            <a:rPr lang="fr-FR" sz="1200" b="0" kern="1200" dirty="0"/>
            <a:t>(Min = 2,74 et max = 137,81)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200" b="0" kern="1200" dirty="0"/>
        </a:p>
      </dsp:txBody>
      <dsp:txXfrm rot="-5400000">
        <a:off x="3176010" y="26651"/>
        <a:ext cx="5864490" cy="488697"/>
      </dsp:txXfrm>
    </dsp:sp>
    <dsp:sp modelId="{92D9B811-3FF9-4F1A-9F95-915C967433B9}">
      <dsp:nvSpPr>
        <dsp:cNvPr id="0" name=""/>
        <dsp:cNvSpPr/>
      </dsp:nvSpPr>
      <dsp:spPr>
        <a:xfrm>
          <a:off x="16" y="45056"/>
          <a:ext cx="3175146" cy="4679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solidFill>
                <a:schemeClr val="accent5">
                  <a:lumMod val="75000"/>
                </a:schemeClr>
              </a:solidFill>
            </a:rPr>
            <a:t>purchase_price</a:t>
          </a:r>
          <a:endParaRPr lang="fr-FR" sz="1400" kern="1200" dirty="0"/>
        </a:p>
      </dsp:txBody>
      <dsp:txXfrm>
        <a:off x="22858" y="67898"/>
        <a:ext cx="3129462" cy="4222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BD81BF-2E34-443A-9B19-5BA4CE1A9E2F}">
      <dsp:nvSpPr>
        <dsp:cNvPr id="0" name=""/>
        <dsp:cNvSpPr/>
      </dsp:nvSpPr>
      <dsp:spPr>
        <a:xfrm rot="5400000">
          <a:off x="5817421" y="-2643239"/>
          <a:ext cx="592164" cy="5907408"/>
        </a:xfrm>
        <a:prstGeom prst="round2SameRect">
          <a:avLst/>
        </a:prstGeom>
        <a:noFill/>
        <a:ln>
          <a:noFill/>
        </a:ln>
        <a:effectLst/>
        <a:scene3d>
          <a:camera prst="orthographicFront"/>
          <a:lightRig rig="chilly" dir="t"/>
        </a:scene3d>
        <a:sp3d extrusionH="1700"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 Détection de </a:t>
          </a:r>
          <a:r>
            <a:rPr lang="fr-FR" sz="1200" b="1" kern="1200" dirty="0"/>
            <a:t>2 articles avec un stock négatif</a:t>
          </a:r>
          <a:r>
            <a:rPr lang="fr-FR" sz="1200" kern="1200" dirty="0"/>
            <a:t>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Cette anomalie doit être </a:t>
          </a:r>
          <a:r>
            <a:rPr lang="fr-FR" sz="1200" b="1" kern="1200" dirty="0"/>
            <a:t>signalée auprès de l’entreprise</a:t>
          </a:r>
          <a:r>
            <a:rPr lang="fr-FR" sz="1200" kern="1200" dirty="0"/>
            <a:t>.                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 Remplacement des </a:t>
          </a:r>
          <a:r>
            <a:rPr lang="fr-FR" sz="1200" b="1" kern="1200" dirty="0"/>
            <a:t>valeurs négatives </a:t>
          </a:r>
          <a:r>
            <a:rPr lang="fr-FR" sz="1200" kern="1200" dirty="0"/>
            <a:t>par </a:t>
          </a:r>
          <a:r>
            <a:rPr lang="fr-FR" sz="1200" b="1" kern="1200" dirty="0"/>
            <a:t>0</a:t>
          </a:r>
          <a:endParaRPr lang="fr-FR" sz="1200" kern="1200" dirty="0"/>
        </a:p>
      </dsp:txBody>
      <dsp:txXfrm rot="-5400000">
        <a:off x="3159800" y="43289"/>
        <a:ext cx="5878501" cy="534350"/>
      </dsp:txXfrm>
    </dsp:sp>
    <dsp:sp modelId="{8BB4B482-7E31-47DA-A8E6-B45AE7569106}">
      <dsp:nvSpPr>
        <dsp:cNvPr id="0" name=""/>
        <dsp:cNvSpPr/>
      </dsp:nvSpPr>
      <dsp:spPr>
        <a:xfrm>
          <a:off x="0" y="606"/>
          <a:ext cx="3159207" cy="62032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solidFill>
                <a:schemeClr val="accent5">
                  <a:lumMod val="75000"/>
                </a:schemeClr>
              </a:solidFill>
            </a:rPr>
            <a:t>stock_quantity </a:t>
          </a:r>
        </a:p>
      </dsp:txBody>
      <dsp:txXfrm>
        <a:off x="30282" y="30888"/>
        <a:ext cx="3098643" cy="5597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CF5225-C80C-4DB8-8518-C45273A31630}">
      <dsp:nvSpPr>
        <dsp:cNvPr id="0" name=""/>
        <dsp:cNvSpPr/>
      </dsp:nvSpPr>
      <dsp:spPr>
        <a:xfrm rot="5400000">
          <a:off x="5732251" y="-2565039"/>
          <a:ext cx="768881" cy="5899521"/>
        </a:xfrm>
        <a:prstGeom prst="round2SameRect">
          <a:avLst/>
        </a:prstGeom>
        <a:noFill/>
        <a:ln>
          <a:noFill/>
        </a:ln>
        <a:effectLst/>
        <a:scene3d>
          <a:camera prst="orthographicFront"/>
          <a:lightRig rig="chilly" dir="t"/>
        </a:scene3d>
        <a:sp3d extrusionH="1700"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dk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Les quatre colonnes sans valeurs (NaN) ont été supprimées.</a:t>
          </a:r>
        </a:p>
      </dsp:txBody>
      <dsp:txXfrm rot="-5400000">
        <a:off x="3166931" y="37815"/>
        <a:ext cx="5861987" cy="693813"/>
      </dsp:txXfrm>
    </dsp:sp>
    <dsp:sp modelId="{A2785B4B-16F3-44BA-94BC-A254CEF4974C}">
      <dsp:nvSpPr>
        <dsp:cNvPr id="0" name=""/>
        <dsp:cNvSpPr/>
      </dsp:nvSpPr>
      <dsp:spPr>
        <a:xfrm>
          <a:off x="1347" y="1"/>
          <a:ext cx="3165583" cy="7694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solidFill>
                <a:schemeClr val="accent5">
                  <a:lumMod val="75000"/>
                </a:schemeClr>
              </a:solidFill>
            </a:rPr>
            <a:t>Tax_class, post_content,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solidFill>
                <a:schemeClr val="accent5">
                  <a:lumMod val="75000"/>
                </a:schemeClr>
              </a:solidFill>
            </a:rPr>
            <a:t>Post_possword, </a:t>
          </a:r>
          <a:r>
            <a:rPr lang="fr-FR" sz="1400" kern="1200" dirty="0" err="1">
              <a:solidFill>
                <a:schemeClr val="accent5">
                  <a:lumMod val="75000"/>
                </a:schemeClr>
              </a:solidFill>
            </a:rPr>
            <a:t>post_filtered</a:t>
          </a:r>
          <a:endParaRPr lang="fr-FR" sz="1400" kern="1200" dirty="0">
            <a:solidFill>
              <a:schemeClr val="accent5">
                <a:lumMod val="75000"/>
              </a:schemeClr>
            </a:solidFill>
          </a:endParaRPr>
        </a:p>
      </dsp:txBody>
      <dsp:txXfrm>
        <a:off x="38908" y="37562"/>
        <a:ext cx="3090461" cy="69431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A94065-97BC-423C-9434-55EAEAC6E18F}">
      <dsp:nvSpPr>
        <dsp:cNvPr id="0" name=""/>
        <dsp:cNvSpPr/>
      </dsp:nvSpPr>
      <dsp:spPr>
        <a:xfrm rot="5400000">
          <a:off x="5573180" y="-2397169"/>
          <a:ext cx="1096584" cy="5890927"/>
        </a:xfrm>
        <a:prstGeom prst="round2SameRect">
          <a:avLst/>
        </a:prstGeom>
        <a:noFill/>
        <a:ln>
          <a:noFill/>
        </a:ln>
        <a:effectLst/>
        <a:scene3d>
          <a:camera prst="orthographicFront"/>
          <a:lightRig rig="chilly" dir="t"/>
        </a:scene3d>
        <a:sp3d extrusionH="1700"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200" b="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b="1" kern="1200" dirty="0"/>
            <a:t>Vérification des règles de codification: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fr-FR" sz="1200" b="0" kern="1200" dirty="0"/>
            <a:t>13127-1, bon-cadeau-25-euros =&gt; Conservation des 2 valeurs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fr-FR" sz="1200" b="0" kern="1200" dirty="0"/>
            <a:t>NaN ( 85 lignes) =&gt;  Analyse et suppression de 85 lignes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b="1" kern="1200" dirty="0"/>
            <a:t>Identification des doublons : </a:t>
          </a:r>
          <a:r>
            <a:rPr lang="fr-FR" sz="1200" b="0" kern="1200" dirty="0"/>
            <a:t>Chaque SKU → 2 lignes 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fr-FR" sz="1200" b="0" kern="1200" dirty="0"/>
            <a:t>la 1ère correspond à l’image du produit (attachment) ,la 2ème correspond au produit (product)  =&gt; Seule la ligne “produit” est conservée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200" b="0" kern="1200" dirty="0"/>
        </a:p>
      </dsp:txBody>
      <dsp:txXfrm rot="-5400000">
        <a:off x="3176009" y="53533"/>
        <a:ext cx="5837396" cy="989522"/>
      </dsp:txXfrm>
    </dsp:sp>
    <dsp:sp modelId="{92D9B811-3FF9-4F1A-9F95-915C967433B9}">
      <dsp:nvSpPr>
        <dsp:cNvPr id="0" name=""/>
        <dsp:cNvSpPr/>
      </dsp:nvSpPr>
      <dsp:spPr>
        <a:xfrm>
          <a:off x="16" y="81"/>
          <a:ext cx="3175146" cy="10965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solidFill>
                <a:schemeClr val="accent5">
                  <a:lumMod val="75000"/>
                </a:schemeClr>
              </a:solidFill>
            </a:rPr>
            <a:t>Sku </a:t>
          </a:r>
        </a:p>
      </dsp:txBody>
      <dsp:txXfrm>
        <a:off x="53543" y="53608"/>
        <a:ext cx="3068092" cy="98945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E548EE-5F42-4E63-8CBD-C5BA16E0D601}">
      <dsp:nvSpPr>
        <dsp:cNvPr id="0" name=""/>
        <dsp:cNvSpPr/>
      </dsp:nvSpPr>
      <dsp:spPr>
        <a:xfrm>
          <a:off x="0" y="32953"/>
          <a:ext cx="6358266" cy="457313"/>
        </a:xfrm>
        <a:prstGeom prst="notchedRightArrow">
          <a:avLst/>
        </a:prstGeom>
        <a:solidFill>
          <a:schemeClr val="bg1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D49640BA-03A9-436D-9D4A-7BC0789A03BB}">
      <dsp:nvSpPr>
        <dsp:cNvPr id="0" name=""/>
        <dsp:cNvSpPr/>
      </dsp:nvSpPr>
      <dsp:spPr>
        <a:xfrm>
          <a:off x="322893" y="-65902"/>
          <a:ext cx="5712518" cy="523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/>
            <a:t>Après l’analyse, le fichier contient 714 lignes et 25 colonnes.</a:t>
          </a:r>
          <a:endParaRPr lang="fr-FR" sz="1400" b="1" kern="1200" dirty="0"/>
        </a:p>
      </dsp:txBody>
      <dsp:txXfrm>
        <a:off x="322893" y="-65902"/>
        <a:ext cx="5712518" cy="523220"/>
      </dsp:txXfrm>
    </dsp:sp>
    <dsp:sp modelId="{28E4ECDF-46D9-444C-8C0A-CF66FD46C68B}">
      <dsp:nvSpPr>
        <dsp:cNvPr id="0" name=""/>
        <dsp:cNvSpPr/>
      </dsp:nvSpPr>
      <dsp:spPr>
        <a:xfrm>
          <a:off x="2835058" y="313931"/>
          <a:ext cx="52322" cy="52322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A94065-97BC-423C-9434-55EAEAC6E18F}">
      <dsp:nvSpPr>
        <dsp:cNvPr id="0" name=""/>
        <dsp:cNvSpPr/>
      </dsp:nvSpPr>
      <dsp:spPr>
        <a:xfrm rot="5400000">
          <a:off x="5890823" y="-2714630"/>
          <a:ext cx="461300" cy="5890927"/>
        </a:xfrm>
        <a:prstGeom prst="round2SameRect">
          <a:avLst/>
        </a:prstGeom>
        <a:noFill/>
        <a:ln>
          <a:noFill/>
        </a:ln>
        <a:effectLst/>
        <a:scene3d>
          <a:camera prst="orthographicFront"/>
          <a:lightRig rig="chilly" dir="t"/>
        </a:scene3d>
        <a:sp3d extrusionH="1700"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dk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200" b="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b="0" kern="1200" dirty="0"/>
            <a:t>Aucune valeur </a:t>
          </a:r>
          <a:r>
            <a:rPr lang="fr-FR" sz="1200" b="1" kern="1200" dirty="0"/>
            <a:t>manquante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Aucun </a:t>
          </a:r>
          <a:r>
            <a:rPr lang="fr-FR" sz="1200" b="1" kern="1200" dirty="0"/>
            <a:t>doublon</a:t>
          </a:r>
          <a:r>
            <a:rPr lang="fr-FR" sz="1200" kern="1200" dirty="0"/>
            <a:t> détecté</a:t>
          </a:r>
          <a:endParaRPr lang="fr-FR" sz="1200" b="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200" b="0" kern="1200" dirty="0"/>
        </a:p>
      </dsp:txBody>
      <dsp:txXfrm rot="-5400000">
        <a:off x="3176010" y="22702"/>
        <a:ext cx="5868408" cy="416262"/>
      </dsp:txXfrm>
    </dsp:sp>
    <dsp:sp modelId="{92D9B811-3FF9-4F1A-9F95-915C967433B9}">
      <dsp:nvSpPr>
        <dsp:cNvPr id="0" name=""/>
        <dsp:cNvSpPr/>
      </dsp:nvSpPr>
      <dsp:spPr>
        <a:xfrm>
          <a:off x="16" y="38378"/>
          <a:ext cx="3175146" cy="39857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 err="1">
              <a:solidFill>
                <a:schemeClr val="accent5">
                  <a:lumMod val="75000"/>
                </a:schemeClr>
              </a:solidFill>
            </a:rPr>
            <a:t>Product_id</a:t>
          </a:r>
          <a:endParaRPr lang="fr-FR" sz="1400" b="1" kern="1200" dirty="0">
            <a:solidFill>
              <a:schemeClr val="accent5">
                <a:lumMod val="75000"/>
              </a:schemeClr>
            </a:solidFill>
          </a:endParaRPr>
        </a:p>
      </dsp:txBody>
      <dsp:txXfrm>
        <a:off x="19473" y="57835"/>
        <a:ext cx="3136232" cy="35965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A94065-97BC-423C-9434-55EAEAC6E18F}">
      <dsp:nvSpPr>
        <dsp:cNvPr id="0" name=""/>
        <dsp:cNvSpPr/>
      </dsp:nvSpPr>
      <dsp:spPr>
        <a:xfrm rot="5400000">
          <a:off x="5887535" y="-2711340"/>
          <a:ext cx="467875" cy="5890927"/>
        </a:xfrm>
        <a:prstGeom prst="round2SameRect">
          <a:avLst/>
        </a:prstGeom>
        <a:noFill/>
        <a:ln>
          <a:noFill/>
        </a:ln>
        <a:effectLst/>
        <a:scene3d>
          <a:camera prst="orthographicFront"/>
          <a:lightRig rig="chilly" dir="t"/>
        </a:scene3d>
        <a:sp3d extrusionH="1700"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Aucun </a:t>
          </a:r>
          <a:r>
            <a:rPr lang="fr-FR" sz="1200" b="1" kern="1200" dirty="0"/>
            <a:t>doublon</a:t>
          </a:r>
          <a:r>
            <a:rPr lang="fr-FR" sz="1200" kern="1200" dirty="0"/>
            <a:t> détecté</a:t>
          </a:r>
          <a:endParaRPr lang="fr-FR" sz="1200" b="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91 lignes contiennent des valeurs non renseignées (NaN).</a:t>
          </a:r>
          <a:endParaRPr lang="fr-FR" sz="1200" b="0" kern="1200" dirty="0"/>
        </a:p>
      </dsp:txBody>
      <dsp:txXfrm rot="-5400000">
        <a:off x="3176009" y="23026"/>
        <a:ext cx="5868087" cy="422195"/>
      </dsp:txXfrm>
    </dsp:sp>
    <dsp:sp modelId="{92D9B811-3FF9-4F1A-9F95-915C967433B9}">
      <dsp:nvSpPr>
        <dsp:cNvPr id="0" name=""/>
        <dsp:cNvSpPr/>
      </dsp:nvSpPr>
      <dsp:spPr>
        <a:xfrm>
          <a:off x="16" y="38925"/>
          <a:ext cx="3175146" cy="40425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 err="1">
              <a:solidFill>
                <a:schemeClr val="accent5">
                  <a:lumMod val="75000"/>
                </a:schemeClr>
              </a:solidFill>
            </a:rPr>
            <a:t>Id_web</a:t>
          </a:r>
          <a:endParaRPr lang="fr-FR" sz="1400" b="1" kern="1200" dirty="0">
            <a:solidFill>
              <a:schemeClr val="accent5">
                <a:lumMod val="75000"/>
              </a:schemeClr>
            </a:solidFill>
          </a:endParaRPr>
        </a:p>
      </dsp:txBody>
      <dsp:txXfrm>
        <a:off x="19750" y="58659"/>
        <a:ext cx="3135678" cy="36478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A9898D-6CEE-410A-BCE6-395EF671833E}">
      <dsp:nvSpPr>
        <dsp:cNvPr id="0" name=""/>
        <dsp:cNvSpPr/>
      </dsp:nvSpPr>
      <dsp:spPr>
        <a:xfrm>
          <a:off x="3485458" y="23572"/>
          <a:ext cx="1964719" cy="398842"/>
        </a:xfrm>
        <a:prstGeom prst="roundRect">
          <a:avLst>
            <a:gd name="adj" fmla="val 10000"/>
          </a:avLst>
        </a:prstGeom>
        <a:solidFill>
          <a:schemeClr val="accent5"/>
        </a:solidFill>
        <a:ln w="38100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u="none" kern="1200" dirty="0">
              <a:solidFill>
                <a:schemeClr val="bg1"/>
              </a:solidFill>
            </a:rPr>
            <a:t>Pièges et difficultés</a:t>
          </a:r>
        </a:p>
      </dsp:txBody>
      <dsp:txXfrm>
        <a:off x="3497140" y="35254"/>
        <a:ext cx="1798866" cy="375478"/>
      </dsp:txXfrm>
    </dsp:sp>
    <dsp:sp modelId="{6FB21693-387E-44B7-B5DF-4026DF8FCBB7}">
      <dsp:nvSpPr>
        <dsp:cNvPr id="0" name=""/>
        <dsp:cNvSpPr/>
      </dsp:nvSpPr>
      <dsp:spPr>
        <a:xfrm>
          <a:off x="275273" y="537217"/>
          <a:ext cx="8557668" cy="538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Fichier ERP :</a:t>
          </a:r>
          <a:r>
            <a:rPr lang="fr-FR" sz="1200" kern="1200" dirty="0"/>
            <a:t> présence de valeurs négatives dans les colonnes </a:t>
          </a:r>
          <a:r>
            <a:rPr lang="fr-FR" sz="1200" i="1" kern="1200" dirty="0"/>
            <a:t>prix</a:t>
          </a:r>
          <a:r>
            <a:rPr lang="fr-FR" sz="1200" kern="1200" dirty="0"/>
            <a:t> et </a:t>
          </a:r>
          <a:r>
            <a:rPr lang="fr-FR" sz="1200" i="1" kern="1200" dirty="0"/>
            <a:t>quantités de stock</a:t>
          </a:r>
          <a:r>
            <a:rPr lang="fr-FR" sz="1200" kern="1200" dirty="0"/>
            <a:t>, Ce qui a nécessité de définir les valeurs à utiliser pour les corriger.</a:t>
          </a:r>
          <a:endParaRPr lang="fr-FR" sz="1200" b="0" i="0" kern="1200" dirty="0"/>
        </a:p>
      </dsp:txBody>
      <dsp:txXfrm>
        <a:off x="291049" y="552993"/>
        <a:ext cx="7375719" cy="507067"/>
      </dsp:txXfrm>
    </dsp:sp>
    <dsp:sp modelId="{D1B37CCB-195E-47DD-8998-F19B96FA2143}">
      <dsp:nvSpPr>
        <dsp:cNvPr id="0" name=""/>
        <dsp:cNvSpPr/>
      </dsp:nvSpPr>
      <dsp:spPr>
        <a:xfrm>
          <a:off x="533987" y="1248050"/>
          <a:ext cx="8310135" cy="4151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Fichier Web :</a:t>
          </a:r>
          <a:r>
            <a:rPr lang="fr-FR" sz="1200" kern="1200" dirty="0"/>
            <a:t> dans la colonne </a:t>
          </a:r>
          <a:r>
            <a:rPr lang="fr-FR" sz="1200" i="1" kern="1200" dirty="0" err="1"/>
            <a:t>sku</a:t>
          </a:r>
          <a:r>
            <a:rPr lang="fr-FR" sz="1200" kern="1200" dirty="0"/>
            <a:t>, il a fallu identifier les lignes à supprimer afin d’éliminer les doublons.</a:t>
          </a:r>
        </a:p>
      </dsp:txBody>
      <dsp:txXfrm>
        <a:off x="546147" y="1260210"/>
        <a:ext cx="7168694" cy="390864"/>
      </dsp:txXfrm>
    </dsp:sp>
    <dsp:sp modelId="{AE1487ED-8965-4242-B3F5-6E68A46EA3F6}">
      <dsp:nvSpPr>
        <dsp:cNvPr id="0" name=""/>
        <dsp:cNvSpPr/>
      </dsp:nvSpPr>
      <dsp:spPr>
        <a:xfrm>
          <a:off x="5128899" y="270381"/>
          <a:ext cx="350102" cy="358690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700" kern="1200" dirty="0"/>
        </a:p>
      </dsp:txBody>
      <dsp:txXfrm>
        <a:off x="5207672" y="270381"/>
        <a:ext cx="192556" cy="272040"/>
      </dsp:txXfrm>
    </dsp:sp>
    <dsp:sp modelId="{DA1B903E-04C1-49E8-B8E1-789CCB064812}">
      <dsp:nvSpPr>
        <dsp:cNvPr id="0" name=""/>
        <dsp:cNvSpPr/>
      </dsp:nvSpPr>
      <dsp:spPr>
        <a:xfrm>
          <a:off x="6060486" y="926841"/>
          <a:ext cx="350102" cy="350102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/>
        </a:p>
      </dsp:txBody>
      <dsp:txXfrm>
        <a:off x="6139259" y="926841"/>
        <a:ext cx="192556" cy="26345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B020C9-FB46-4DF6-AB7E-2D32AA322352}">
      <dsp:nvSpPr>
        <dsp:cNvPr id="0" name=""/>
        <dsp:cNvSpPr/>
      </dsp:nvSpPr>
      <dsp:spPr>
        <a:xfrm>
          <a:off x="0" y="172482"/>
          <a:ext cx="1592477" cy="731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u="none" kern="1200" dirty="0">
              <a:solidFill>
                <a:schemeClr val="accent5">
                  <a:lumMod val="75000"/>
                </a:schemeClr>
              </a:solidFill>
            </a:rPr>
            <a:t>df_merge1: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u="none" kern="1200" dirty="0">
              <a:solidFill>
                <a:schemeClr val="accent5">
                  <a:lumMod val="75000"/>
                </a:schemeClr>
              </a:solidFill>
            </a:rPr>
            <a:t> </a:t>
          </a:r>
          <a:r>
            <a:rPr lang="fr-FR" sz="1200" b="0" u="none" kern="1200" dirty="0"/>
            <a:t>Jonction du fichier erp et liaison </a:t>
          </a:r>
        </a:p>
      </dsp:txBody>
      <dsp:txXfrm>
        <a:off x="21439" y="193921"/>
        <a:ext cx="1549599" cy="689118"/>
      </dsp:txXfrm>
    </dsp:sp>
    <dsp:sp modelId="{5975547C-8510-45AE-9540-39833042F5D7}">
      <dsp:nvSpPr>
        <dsp:cNvPr id="0" name=""/>
        <dsp:cNvSpPr/>
      </dsp:nvSpPr>
      <dsp:spPr>
        <a:xfrm rot="21588294">
          <a:off x="1717155" y="359280"/>
          <a:ext cx="300364" cy="3511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/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>
            <a:solidFill>
              <a:schemeClr val="accent5">
                <a:lumMod val="75000"/>
              </a:schemeClr>
            </a:solidFill>
          </a:endParaRPr>
        </a:p>
      </dsp:txBody>
      <dsp:txXfrm>
        <a:off x="1717155" y="429654"/>
        <a:ext cx="210255" cy="210663"/>
      </dsp:txXfrm>
    </dsp:sp>
    <dsp:sp modelId="{6BBFEECA-6A04-4769-9620-92B640EBBEED}">
      <dsp:nvSpPr>
        <dsp:cNvPr id="0" name=""/>
        <dsp:cNvSpPr/>
      </dsp:nvSpPr>
      <dsp:spPr>
        <a:xfrm>
          <a:off x="2159200" y="10288"/>
          <a:ext cx="6803144" cy="10239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r-FR" sz="1200" kern="1200" dirty="0"/>
            <a:t>- Conserver l’intégralité des colonnes des deux fichiers.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r-FR" sz="1200" b="1" kern="1200" dirty="0"/>
            <a:t>- Clés utilisées :</a:t>
          </a:r>
          <a:r>
            <a:rPr lang="fr-FR" sz="1200" kern="1200" dirty="0"/>
            <a:t>La colonne commune est </a:t>
          </a:r>
          <a:r>
            <a:rPr lang="fr-FR" sz="1200" b="1" kern="1200" dirty="0" err="1"/>
            <a:t>product_id</a:t>
          </a:r>
          <a:r>
            <a:rPr lang="fr-FR" sz="1200" kern="1200" dirty="0"/>
            <a:t>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r-FR" sz="1200" kern="1200" dirty="0"/>
            <a:t>- Une jointure de type </a:t>
          </a:r>
          <a:r>
            <a:rPr lang="fr-FR" sz="1200" b="1" kern="1200" dirty="0" err="1"/>
            <a:t>outer</a:t>
          </a:r>
          <a:endParaRPr lang="fr-FR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r-FR" sz="1200" kern="1200" dirty="0"/>
            <a:t>- Toutes les lignes trouvent leur correspondance.</a:t>
          </a:r>
        </a:p>
      </dsp:txBody>
      <dsp:txXfrm>
        <a:off x="2189190" y="40278"/>
        <a:ext cx="6743164" cy="96395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B020C9-FB46-4DF6-AB7E-2D32AA322352}">
      <dsp:nvSpPr>
        <dsp:cNvPr id="0" name=""/>
        <dsp:cNvSpPr/>
      </dsp:nvSpPr>
      <dsp:spPr>
        <a:xfrm>
          <a:off x="0" y="88664"/>
          <a:ext cx="1565326" cy="77610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u="none" kern="1200" dirty="0">
              <a:solidFill>
                <a:schemeClr val="accent5">
                  <a:lumMod val="75000"/>
                </a:schemeClr>
              </a:solidFill>
            </a:rPr>
            <a:t>df_merge: 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u="none" kern="1200" dirty="0"/>
            <a:t>Jonction du fichier df_merge1 et web</a:t>
          </a:r>
        </a:p>
      </dsp:txBody>
      <dsp:txXfrm>
        <a:off x="22731" y="111395"/>
        <a:ext cx="1519864" cy="730643"/>
      </dsp:txXfrm>
    </dsp:sp>
    <dsp:sp modelId="{5975547C-8510-45AE-9540-39833042F5D7}">
      <dsp:nvSpPr>
        <dsp:cNvPr id="0" name=""/>
        <dsp:cNvSpPr/>
      </dsp:nvSpPr>
      <dsp:spPr>
        <a:xfrm rot="27835">
          <a:off x="1705183" y="283368"/>
          <a:ext cx="301738" cy="3489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/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 dirty="0">
            <a:solidFill>
              <a:schemeClr val="accent5">
                <a:lumMod val="75000"/>
              </a:schemeClr>
            </a:solidFill>
          </a:endParaRPr>
        </a:p>
      </dsp:txBody>
      <dsp:txXfrm>
        <a:off x="1705184" y="352789"/>
        <a:ext cx="211217" cy="209361"/>
      </dsp:txXfrm>
    </dsp:sp>
    <dsp:sp modelId="{6BBFEECA-6A04-4769-9620-92B640EBBEED}">
      <dsp:nvSpPr>
        <dsp:cNvPr id="0" name=""/>
        <dsp:cNvSpPr/>
      </dsp:nvSpPr>
      <dsp:spPr>
        <a:xfrm>
          <a:off x="2134625" y="18543"/>
          <a:ext cx="6828142" cy="9935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r-FR" sz="1200" kern="1200" dirty="0"/>
            <a:t>- Conserver l’intégralité des colonnes des deux fichiers.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r-FR" sz="1200" b="1" kern="1200" dirty="0"/>
            <a:t>- Clés utilisées :</a:t>
          </a:r>
          <a:r>
            <a:rPr lang="fr-FR" sz="1200" kern="1200" dirty="0" err="1"/>
            <a:t>id_web</a:t>
          </a:r>
          <a:r>
            <a:rPr lang="fr-FR" sz="1200" kern="1200" dirty="0"/>
            <a:t> (clé de df_merge1) et </a:t>
          </a:r>
          <a:r>
            <a:rPr lang="fr-FR" sz="1200" kern="1200" dirty="0" err="1"/>
            <a:t>sku</a:t>
          </a:r>
          <a:r>
            <a:rPr lang="fr-FR" sz="1200" kern="1200" dirty="0"/>
            <a:t> (clé de </a:t>
          </a:r>
          <a:r>
            <a:rPr lang="fr-FR" sz="1200" kern="1200" dirty="0" err="1"/>
            <a:t>df_web</a:t>
          </a:r>
          <a:r>
            <a:rPr lang="fr-FR" sz="1200" kern="1200" dirty="0"/>
            <a:t>).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r-FR" sz="1200" kern="1200" dirty="0"/>
            <a:t>- Une jointure de type </a:t>
          </a:r>
          <a:r>
            <a:rPr lang="fr-FR" sz="1200" b="1" kern="1200" dirty="0" err="1"/>
            <a:t>outer</a:t>
          </a:r>
          <a:r>
            <a:rPr lang="fr-FR" sz="1200" kern="1200" dirty="0"/>
            <a:t> est utilisée pour conserver toutes les lignes des deux fichiers.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fr-FR" sz="1200" kern="1200" dirty="0"/>
            <a:t>- 111 lignes sans correspondance où </a:t>
          </a:r>
          <a:r>
            <a:rPr lang="fr-FR" sz="1200" kern="1200" dirty="0" err="1"/>
            <a:t>product_id</a:t>
          </a:r>
          <a:r>
            <a:rPr lang="fr-FR" sz="1200" kern="1200" dirty="0"/>
            <a:t> a un </a:t>
          </a:r>
          <a:r>
            <a:rPr lang="fr-FR" sz="1200" kern="1200" dirty="0" err="1"/>
            <a:t>sku</a:t>
          </a:r>
          <a:r>
            <a:rPr lang="fr-FR" sz="1200" kern="1200" dirty="0"/>
            <a:t> non renseigné (NaN)</a:t>
          </a:r>
        </a:p>
      </dsp:txBody>
      <dsp:txXfrm>
        <a:off x="2163724" y="47642"/>
        <a:ext cx="6769944" cy="93533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E548EE-5F42-4E63-8CBD-C5BA16E0D601}">
      <dsp:nvSpPr>
        <dsp:cNvPr id="0" name=""/>
        <dsp:cNvSpPr/>
      </dsp:nvSpPr>
      <dsp:spPr>
        <a:xfrm>
          <a:off x="0" y="32099"/>
          <a:ext cx="7429369" cy="445463"/>
        </a:xfrm>
        <a:prstGeom prst="notchedRightArrow">
          <a:avLst/>
        </a:prstGeom>
        <a:solidFill>
          <a:schemeClr val="bg1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D49640BA-03A9-436D-9D4A-7BC0789A03BB}">
      <dsp:nvSpPr>
        <dsp:cNvPr id="0" name=""/>
        <dsp:cNvSpPr/>
      </dsp:nvSpPr>
      <dsp:spPr>
        <a:xfrm>
          <a:off x="377287" y="-64195"/>
          <a:ext cx="6674840" cy="509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schemeClr val="tx1"/>
              </a:solidFill>
            </a:rPr>
            <a:t>Le fichier fusionné df_merge compte finalement 825 lignes et 32 colonnes.</a:t>
          </a:r>
          <a:endParaRPr lang="fr-FR" sz="1400" b="1" kern="1200" dirty="0"/>
        </a:p>
      </dsp:txBody>
      <dsp:txXfrm>
        <a:off x="377287" y="-64195"/>
        <a:ext cx="6674840" cy="509663"/>
      </dsp:txXfrm>
    </dsp:sp>
    <dsp:sp modelId="{28E4ECDF-46D9-444C-8C0A-CF66FD46C68B}">
      <dsp:nvSpPr>
        <dsp:cNvPr id="0" name=""/>
        <dsp:cNvSpPr/>
      </dsp:nvSpPr>
      <dsp:spPr>
        <a:xfrm>
          <a:off x="3317732" y="305797"/>
          <a:ext cx="50966" cy="50966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3EAE7-18D3-4494-9CFC-065F9AD8FCAF}">
      <dsp:nvSpPr>
        <dsp:cNvPr id="0" name=""/>
        <dsp:cNvSpPr/>
      </dsp:nvSpPr>
      <dsp:spPr>
        <a:xfrm>
          <a:off x="5647" y="0"/>
          <a:ext cx="2187867" cy="12111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Résumé statistique de la colonne </a:t>
          </a:r>
          <a:r>
            <a:rPr lang="fr-FR" sz="1200" b="1" i="1" kern="1200" dirty="0"/>
            <a:t>Price: </a:t>
          </a:r>
          <a:endParaRPr lang="fr-FR" sz="1200" b="1" kern="1200" dirty="0"/>
        </a:p>
      </dsp:txBody>
      <dsp:txXfrm>
        <a:off x="41120" y="35473"/>
        <a:ext cx="2116921" cy="1140179"/>
      </dsp:txXfrm>
    </dsp:sp>
    <dsp:sp modelId="{F2DFF1AE-CB04-4C18-8B0A-26EBFB4CE65C}">
      <dsp:nvSpPr>
        <dsp:cNvPr id="0" name=""/>
        <dsp:cNvSpPr/>
      </dsp:nvSpPr>
      <dsp:spPr>
        <a:xfrm>
          <a:off x="2382636" y="394953"/>
          <a:ext cx="611617" cy="4212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/>
        </a:p>
      </dsp:txBody>
      <dsp:txXfrm>
        <a:off x="2382636" y="479197"/>
        <a:ext cx="485252" cy="252730"/>
      </dsp:txXfrm>
    </dsp:sp>
    <dsp:sp modelId="{1D97E41F-F86D-4D2D-9180-83223EE2792E}">
      <dsp:nvSpPr>
        <dsp:cNvPr id="0" name=""/>
        <dsp:cNvSpPr/>
      </dsp:nvSpPr>
      <dsp:spPr>
        <a:xfrm>
          <a:off x="3154545" y="0"/>
          <a:ext cx="2459819" cy="12111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b="1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Définition du seuil de prix pour les articles "outliers"</a:t>
          </a:r>
          <a:r>
            <a:rPr lang="fr-FR" sz="1200" kern="1200" dirty="0"/>
            <a:t> </a:t>
          </a:r>
          <a:endParaRPr lang="en-US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Seuil inférieur : −26,75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Seuil supérieur : 83,25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 dirty="0"/>
        </a:p>
      </dsp:txBody>
      <dsp:txXfrm>
        <a:off x="3190018" y="35473"/>
        <a:ext cx="2388873" cy="1140179"/>
      </dsp:txXfrm>
    </dsp:sp>
    <dsp:sp modelId="{2282FE19-58FE-4B9D-99E9-9FB1009ADEEE}">
      <dsp:nvSpPr>
        <dsp:cNvPr id="0" name=""/>
        <dsp:cNvSpPr/>
      </dsp:nvSpPr>
      <dsp:spPr>
        <a:xfrm>
          <a:off x="5804091" y="411477"/>
          <a:ext cx="539895" cy="4851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200" kern="1200"/>
        </a:p>
      </dsp:txBody>
      <dsp:txXfrm>
        <a:off x="5804091" y="508510"/>
        <a:ext cx="394346" cy="291097"/>
      </dsp:txXfrm>
    </dsp:sp>
    <dsp:sp modelId="{BA326D5B-A2F0-408F-AE43-C63A0AA8F3B3}">
      <dsp:nvSpPr>
        <dsp:cNvPr id="0" name=""/>
        <dsp:cNvSpPr/>
      </dsp:nvSpPr>
      <dsp:spPr>
        <a:xfrm>
          <a:off x="6403627" y="0"/>
          <a:ext cx="2734724" cy="12111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Nombre d'articles et la proportion de l'ensemble du catalogue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Nombre d’articles outliers : 36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        Proportion d’</a:t>
          </a:r>
          <a:r>
            <a:rPr lang="fr-FR" sz="1200" kern="1200" dirty="0" err="1"/>
            <a:t>outliers</a:t>
          </a:r>
          <a:r>
            <a:rPr lang="fr-FR" sz="1200" kern="1200" dirty="0"/>
            <a:t> : 4,36 % </a:t>
          </a:r>
        </a:p>
      </dsp:txBody>
      <dsp:txXfrm>
        <a:off x="6439100" y="35473"/>
        <a:ext cx="2663778" cy="114017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59E03D-FCD0-4B53-A3E8-7D4A754E2383}">
      <dsp:nvSpPr>
        <dsp:cNvPr id="0" name=""/>
        <dsp:cNvSpPr/>
      </dsp:nvSpPr>
      <dsp:spPr>
        <a:xfrm>
          <a:off x="822" y="0"/>
          <a:ext cx="1547655" cy="6423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Moyenne</a:t>
          </a:r>
          <a:r>
            <a:rPr lang="fr-FR" sz="1200" kern="1200" dirty="0"/>
            <a:t> des prix : 32.28</a:t>
          </a:r>
        </a:p>
      </dsp:txBody>
      <dsp:txXfrm>
        <a:off x="19636" y="18814"/>
        <a:ext cx="1510027" cy="604743"/>
      </dsp:txXfrm>
    </dsp:sp>
    <dsp:sp modelId="{BA3C445D-032D-4096-A590-021478BFF605}">
      <dsp:nvSpPr>
        <dsp:cNvPr id="0" name=""/>
        <dsp:cNvSpPr/>
      </dsp:nvSpPr>
      <dsp:spPr>
        <a:xfrm>
          <a:off x="1700721" y="163105"/>
          <a:ext cx="440516" cy="3161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>
            <a:solidFill>
              <a:schemeClr val="accent5"/>
            </a:solidFill>
          </a:endParaRPr>
        </a:p>
      </dsp:txBody>
      <dsp:txXfrm>
        <a:off x="1700721" y="226337"/>
        <a:ext cx="345668" cy="189696"/>
      </dsp:txXfrm>
    </dsp:sp>
    <dsp:sp modelId="{C718FD0F-F783-4BFB-9C82-06D75306CA51}">
      <dsp:nvSpPr>
        <dsp:cNvPr id="0" name=""/>
        <dsp:cNvSpPr/>
      </dsp:nvSpPr>
      <dsp:spPr>
        <a:xfrm>
          <a:off x="2271782" y="0"/>
          <a:ext cx="1808261" cy="6423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Écart‑type </a:t>
          </a:r>
          <a:r>
            <a:rPr lang="fr-FR" sz="1200" kern="1200" dirty="0"/>
            <a:t>des prix : 26.60</a:t>
          </a:r>
        </a:p>
      </dsp:txBody>
      <dsp:txXfrm>
        <a:off x="2290596" y="18814"/>
        <a:ext cx="1770633" cy="604743"/>
      </dsp:txXfrm>
    </dsp:sp>
    <dsp:sp modelId="{3B3E0413-D6FD-4633-BD0B-2CD4DD8780C6}">
      <dsp:nvSpPr>
        <dsp:cNvPr id="0" name=""/>
        <dsp:cNvSpPr/>
      </dsp:nvSpPr>
      <dsp:spPr>
        <a:xfrm>
          <a:off x="4260870" y="151862"/>
          <a:ext cx="383351" cy="3386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/>
        </a:p>
      </dsp:txBody>
      <dsp:txXfrm>
        <a:off x="4260870" y="219591"/>
        <a:ext cx="281757" cy="203188"/>
      </dsp:txXfrm>
    </dsp:sp>
    <dsp:sp modelId="{D2490A06-80C6-4E15-BA16-3F4C213D62C1}">
      <dsp:nvSpPr>
        <dsp:cNvPr id="0" name=""/>
        <dsp:cNvSpPr/>
      </dsp:nvSpPr>
      <dsp:spPr>
        <a:xfrm>
          <a:off x="4803349" y="0"/>
          <a:ext cx="1808261" cy="6423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i="0" kern="1200" dirty="0" err="1"/>
            <a:t>z_score</a:t>
          </a:r>
          <a:r>
            <a:rPr lang="fr-FR" sz="1200" b="1" i="0" kern="1200" dirty="0"/>
            <a:t> </a:t>
          </a:r>
          <a:r>
            <a:rPr lang="fr-FR" sz="1200" b="0" i="0" kern="1200" dirty="0"/>
            <a:t>: 1.21</a:t>
          </a:r>
          <a:endParaRPr lang="fr-FR" sz="1200" kern="1200" dirty="0"/>
        </a:p>
      </dsp:txBody>
      <dsp:txXfrm>
        <a:off x="4822163" y="18814"/>
        <a:ext cx="1770633" cy="604743"/>
      </dsp:txXfrm>
    </dsp:sp>
    <dsp:sp modelId="{742C1743-D3B2-491B-815A-CDA2580C4305}">
      <dsp:nvSpPr>
        <dsp:cNvPr id="0" name=""/>
        <dsp:cNvSpPr/>
      </dsp:nvSpPr>
      <dsp:spPr>
        <a:xfrm>
          <a:off x="6792642" y="151862"/>
          <a:ext cx="383787" cy="3386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/>
        </a:solidFill>
        <a:ln>
          <a:noFill/>
        </a:ln>
        <a:effectLst/>
        <a:scene3d>
          <a:camera prst="orthographicFront"/>
          <a:lightRig rig="flat" dir="t"/>
        </a:scene3d>
        <a:sp3d z="-80000"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500" kern="1200"/>
        </a:p>
      </dsp:txBody>
      <dsp:txXfrm>
        <a:off x="6792642" y="219591"/>
        <a:ext cx="282193" cy="203188"/>
      </dsp:txXfrm>
    </dsp:sp>
    <dsp:sp modelId="{E3E52DAE-65BF-4ED9-A755-DD0352370BD8}">
      <dsp:nvSpPr>
        <dsp:cNvPr id="0" name=""/>
        <dsp:cNvSpPr/>
      </dsp:nvSpPr>
      <dsp:spPr>
        <a:xfrm>
          <a:off x="7335738" y="0"/>
          <a:ext cx="1808261" cy="6423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Seuil de prix </a:t>
          </a:r>
          <a:r>
            <a:rPr lang="fr-FR" sz="1200" kern="1200" dirty="0"/>
            <a:t>correspondant à Z &gt; 3 : 112.09 €</a:t>
          </a:r>
        </a:p>
      </dsp:txBody>
      <dsp:txXfrm>
        <a:off x="7354552" y="18814"/>
        <a:ext cx="1770633" cy="60474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7A0DC0-0B35-4B32-8487-E5BC4CDBECAE}">
      <dsp:nvSpPr>
        <dsp:cNvPr id="0" name=""/>
        <dsp:cNvSpPr/>
      </dsp:nvSpPr>
      <dsp:spPr>
        <a:xfrm>
          <a:off x="3599349" y="657961"/>
          <a:ext cx="1608714" cy="4690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6389"/>
              </a:lnTo>
              <a:lnTo>
                <a:pt x="1608714" y="356389"/>
              </a:lnTo>
              <a:lnTo>
                <a:pt x="1608714" y="469001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C18497-0749-4CE7-8591-AE6D52C30BF1}">
      <dsp:nvSpPr>
        <dsp:cNvPr id="0" name=""/>
        <dsp:cNvSpPr/>
      </dsp:nvSpPr>
      <dsp:spPr>
        <a:xfrm>
          <a:off x="3553757" y="1898873"/>
          <a:ext cx="91440" cy="35353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3539"/>
              </a:lnTo>
            </a:path>
          </a:pathLst>
        </a:custGeom>
        <a:noFill/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0F058A-28CC-44B4-842C-DE7903922D8A}">
      <dsp:nvSpPr>
        <dsp:cNvPr id="0" name=""/>
        <dsp:cNvSpPr/>
      </dsp:nvSpPr>
      <dsp:spPr>
        <a:xfrm>
          <a:off x="3553629" y="657961"/>
          <a:ext cx="91440" cy="46900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6389"/>
              </a:lnTo>
              <a:lnTo>
                <a:pt x="45847" y="356389"/>
              </a:lnTo>
              <a:lnTo>
                <a:pt x="45847" y="469001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589DCA-99BD-4D77-8A32-42B0756E6D8A}">
      <dsp:nvSpPr>
        <dsp:cNvPr id="0" name=""/>
        <dsp:cNvSpPr/>
      </dsp:nvSpPr>
      <dsp:spPr>
        <a:xfrm>
          <a:off x="1968224" y="1898873"/>
          <a:ext cx="91440" cy="35353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3539"/>
              </a:lnTo>
            </a:path>
          </a:pathLst>
        </a:custGeom>
        <a:noFill/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88BDCB-4738-40B4-9C9E-E10298C36962}">
      <dsp:nvSpPr>
        <dsp:cNvPr id="0" name=""/>
        <dsp:cNvSpPr/>
      </dsp:nvSpPr>
      <dsp:spPr>
        <a:xfrm>
          <a:off x="2013944" y="657961"/>
          <a:ext cx="1585404" cy="469001"/>
        </a:xfrm>
        <a:custGeom>
          <a:avLst/>
          <a:gdLst/>
          <a:ahLst/>
          <a:cxnLst/>
          <a:rect l="0" t="0" r="0" b="0"/>
          <a:pathLst>
            <a:path>
              <a:moveTo>
                <a:pt x="1585404" y="0"/>
              </a:moveTo>
              <a:lnTo>
                <a:pt x="1585404" y="356389"/>
              </a:lnTo>
              <a:lnTo>
                <a:pt x="0" y="356389"/>
              </a:lnTo>
              <a:lnTo>
                <a:pt x="0" y="469001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C9F3FC-8072-4BF6-BADE-AC1F0E3B1665}">
      <dsp:nvSpPr>
        <dsp:cNvPr id="0" name=""/>
        <dsp:cNvSpPr/>
      </dsp:nvSpPr>
      <dsp:spPr>
        <a:xfrm>
          <a:off x="2751736" y="-113950"/>
          <a:ext cx="1695226" cy="7719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0E021-3F3C-414C-A066-16DE720D45B4}">
      <dsp:nvSpPr>
        <dsp:cNvPr id="0" name=""/>
        <dsp:cNvSpPr/>
      </dsp:nvSpPr>
      <dsp:spPr>
        <a:xfrm>
          <a:off x="2886803" y="14364"/>
          <a:ext cx="1695226" cy="7719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latin typeface="+mn-lt"/>
            </a:rPr>
            <a:t>Justification des prix élevés des produits </a:t>
          </a:r>
        </a:p>
      </dsp:txBody>
      <dsp:txXfrm>
        <a:off x="2909412" y="36973"/>
        <a:ext cx="1650008" cy="726693"/>
      </dsp:txXfrm>
    </dsp:sp>
    <dsp:sp modelId="{D5A41F6B-02B3-47A1-A3DC-4C2322E49E57}">
      <dsp:nvSpPr>
        <dsp:cNvPr id="0" name=""/>
        <dsp:cNvSpPr/>
      </dsp:nvSpPr>
      <dsp:spPr>
        <a:xfrm>
          <a:off x="1370486" y="1126962"/>
          <a:ext cx="1286915" cy="7719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29B68A-F433-492E-A032-7E20B63FCA4C}">
      <dsp:nvSpPr>
        <dsp:cNvPr id="0" name=""/>
        <dsp:cNvSpPr/>
      </dsp:nvSpPr>
      <dsp:spPr>
        <a:xfrm>
          <a:off x="1505554" y="1255277"/>
          <a:ext cx="1286915" cy="7719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>
              <a:latin typeface="+mn-lt"/>
            </a:rPr>
            <a:t>Post_title</a:t>
          </a:r>
          <a:r>
            <a:rPr lang="fr-FR" sz="1200" kern="1200" dirty="0">
              <a:latin typeface="+mn-lt"/>
            </a:rPr>
            <a:t> </a:t>
          </a:r>
        </a:p>
      </dsp:txBody>
      <dsp:txXfrm>
        <a:off x="1528163" y="1277886"/>
        <a:ext cx="1241697" cy="726693"/>
      </dsp:txXfrm>
    </dsp:sp>
    <dsp:sp modelId="{50DF01BD-14FE-40DC-B87F-DF53A752E805}">
      <dsp:nvSpPr>
        <dsp:cNvPr id="0" name=""/>
        <dsp:cNvSpPr/>
      </dsp:nvSpPr>
      <dsp:spPr>
        <a:xfrm>
          <a:off x="1354774" y="2252413"/>
          <a:ext cx="1318339" cy="7719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C54930-D319-42DE-BE84-83C3A46C3158}">
      <dsp:nvSpPr>
        <dsp:cNvPr id="0" name=""/>
        <dsp:cNvSpPr/>
      </dsp:nvSpPr>
      <dsp:spPr>
        <a:xfrm>
          <a:off x="1489842" y="2380727"/>
          <a:ext cx="1318339" cy="7719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dirty="0">
              <a:latin typeface="+mn-lt"/>
            </a:rPr>
            <a:t> Grand Cru, 1er Cru, Millésimé, XO et Single Cask</a:t>
          </a:r>
        </a:p>
      </dsp:txBody>
      <dsp:txXfrm>
        <a:off x="1512451" y="2403336"/>
        <a:ext cx="1273121" cy="726693"/>
      </dsp:txXfrm>
    </dsp:sp>
    <dsp:sp modelId="{196421C6-AC4A-428B-8FEC-4D7C300D5C8C}">
      <dsp:nvSpPr>
        <dsp:cNvPr id="0" name=""/>
        <dsp:cNvSpPr/>
      </dsp:nvSpPr>
      <dsp:spPr>
        <a:xfrm>
          <a:off x="2927537" y="1126962"/>
          <a:ext cx="1343879" cy="7719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65A67-F32F-4B99-9544-FD22E3607695}">
      <dsp:nvSpPr>
        <dsp:cNvPr id="0" name=""/>
        <dsp:cNvSpPr/>
      </dsp:nvSpPr>
      <dsp:spPr>
        <a:xfrm>
          <a:off x="3062605" y="1255277"/>
          <a:ext cx="1343879" cy="7719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>
              <a:latin typeface="+mn-lt"/>
            </a:rPr>
            <a:t>Product_type</a:t>
          </a:r>
        </a:p>
      </dsp:txBody>
      <dsp:txXfrm>
        <a:off x="3085214" y="1277886"/>
        <a:ext cx="1298661" cy="726693"/>
      </dsp:txXfrm>
    </dsp:sp>
    <dsp:sp modelId="{D0E0D9B1-C38D-4773-9AEE-C88F60BB6419}">
      <dsp:nvSpPr>
        <dsp:cNvPr id="0" name=""/>
        <dsp:cNvSpPr/>
      </dsp:nvSpPr>
      <dsp:spPr>
        <a:xfrm>
          <a:off x="2972211" y="2252413"/>
          <a:ext cx="1254531" cy="7719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95182B-2E9A-4EA0-888F-B8B415950A2F}">
      <dsp:nvSpPr>
        <dsp:cNvPr id="0" name=""/>
        <dsp:cNvSpPr/>
      </dsp:nvSpPr>
      <dsp:spPr>
        <a:xfrm>
          <a:off x="3107278" y="2380727"/>
          <a:ext cx="1254531" cy="7719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dirty="0">
              <a:latin typeface="+mn-lt"/>
            </a:rPr>
            <a:t>Cognac Champagne Whisky</a:t>
          </a:r>
        </a:p>
      </dsp:txBody>
      <dsp:txXfrm>
        <a:off x="3129887" y="2403336"/>
        <a:ext cx="1209313" cy="726693"/>
      </dsp:txXfrm>
    </dsp:sp>
    <dsp:sp modelId="{F6577594-75C8-4114-946C-6C4D345A0089}">
      <dsp:nvSpPr>
        <dsp:cNvPr id="0" name=""/>
        <dsp:cNvSpPr/>
      </dsp:nvSpPr>
      <dsp:spPr>
        <a:xfrm>
          <a:off x="4541551" y="1126962"/>
          <a:ext cx="1333023" cy="7719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51649-74F1-4ADA-99EF-4B027811BEC5}">
      <dsp:nvSpPr>
        <dsp:cNvPr id="0" name=""/>
        <dsp:cNvSpPr/>
      </dsp:nvSpPr>
      <dsp:spPr>
        <a:xfrm>
          <a:off x="4676619" y="1255277"/>
          <a:ext cx="1333023" cy="7719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>
              <a:latin typeface="+mn-lt"/>
            </a:rPr>
            <a:t>Purchase_price</a:t>
          </a:r>
        </a:p>
      </dsp:txBody>
      <dsp:txXfrm>
        <a:off x="4699228" y="1277886"/>
        <a:ext cx="1287805" cy="726693"/>
      </dsp:txXfrm>
    </dsp:sp>
    <dsp:sp modelId="{604CE54A-7A70-4F48-B070-D8535BB5A627}">
      <dsp:nvSpPr>
        <dsp:cNvPr id="0" name=""/>
        <dsp:cNvSpPr/>
      </dsp:nvSpPr>
      <dsp:spPr>
        <a:xfrm>
          <a:off x="4686476" y="2271834"/>
          <a:ext cx="1266311" cy="75400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A20D50-60BB-4B49-AC60-F1A9B3D715BC}">
      <dsp:nvSpPr>
        <dsp:cNvPr id="0" name=""/>
        <dsp:cNvSpPr/>
      </dsp:nvSpPr>
      <dsp:spPr>
        <a:xfrm>
          <a:off x="4821544" y="2400148"/>
          <a:ext cx="1266311" cy="7540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dirty="0">
              <a:latin typeface="+mn-lt"/>
            </a:rPr>
            <a:t>Prix élevés </a:t>
          </a:r>
        </a:p>
      </dsp:txBody>
      <dsp:txXfrm>
        <a:off x="4843628" y="2422232"/>
        <a:ext cx="1222143" cy="70983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0E7BC-97E3-4CD6-8C0D-B8191DB4CE00}">
      <dsp:nvSpPr>
        <dsp:cNvPr id="0" name=""/>
        <dsp:cNvSpPr/>
      </dsp:nvSpPr>
      <dsp:spPr>
        <a:xfrm>
          <a:off x="0" y="0"/>
          <a:ext cx="307777" cy="30777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1ED2E0-AE8C-4FDD-B2E7-9ACCEE63CCFD}">
      <dsp:nvSpPr>
        <dsp:cNvPr id="0" name=""/>
        <dsp:cNvSpPr/>
      </dsp:nvSpPr>
      <dsp:spPr>
        <a:xfrm>
          <a:off x="153888" y="0"/>
          <a:ext cx="4562273" cy="30777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dirty="0"/>
            <a:t>Le chiffre d'affaires du site web (CA) = </a:t>
          </a:r>
          <a:r>
            <a:rPr lang="fr-FR" sz="1400" b="1" i="0" kern="1200" dirty="0"/>
            <a:t>143 680.1€  </a:t>
          </a:r>
          <a:endParaRPr lang="fr-FR" sz="1400" b="1" kern="1200" dirty="0"/>
        </a:p>
      </dsp:txBody>
      <dsp:txXfrm>
        <a:off x="153888" y="0"/>
        <a:ext cx="4562273" cy="30777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7625F8-5479-4B25-844C-3C52ACC4A74F}">
      <dsp:nvSpPr>
        <dsp:cNvPr id="0" name=""/>
        <dsp:cNvSpPr/>
      </dsp:nvSpPr>
      <dsp:spPr>
        <a:xfrm>
          <a:off x="193785" y="1394318"/>
          <a:ext cx="8113928" cy="202438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100"/>
            <a:buNone/>
          </a:pPr>
          <a:r>
            <a:rPr lang="fr-FR" sz="1400" kern="1200" dirty="0"/>
            <a:t>le chiffre d’affaires n’est pas généré uniquement par quelques produits, mais par environ la moitié du catalogue. Il est donc important de suivre la majorité des articles.</a:t>
          </a:r>
        </a:p>
      </dsp:txBody>
      <dsp:txXfrm>
        <a:off x="1382042" y="1690782"/>
        <a:ext cx="5737414" cy="1431452"/>
      </dsp:txXfrm>
    </dsp:sp>
    <dsp:sp modelId="{02F30473-36BA-4E15-9B8C-645C25CF7142}">
      <dsp:nvSpPr>
        <dsp:cNvPr id="0" name=""/>
        <dsp:cNvSpPr/>
      </dsp:nvSpPr>
      <dsp:spPr>
        <a:xfrm rot="13394439">
          <a:off x="1813410" y="927661"/>
          <a:ext cx="1096122" cy="360381"/>
        </a:xfrm>
        <a:prstGeom prst="leftArrow">
          <a:avLst>
            <a:gd name="adj1" fmla="val 60000"/>
            <a:gd name="adj2" fmla="val 50000"/>
          </a:avLst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4E7BAA-23FA-492B-97D0-E3F18D3AD322}">
      <dsp:nvSpPr>
        <dsp:cNvPr id="0" name=""/>
        <dsp:cNvSpPr/>
      </dsp:nvSpPr>
      <dsp:spPr>
        <a:xfrm>
          <a:off x="355491" y="7883"/>
          <a:ext cx="3548188" cy="8077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Nombre d'articles représentant 80% du CA : </a:t>
          </a:r>
          <a:r>
            <a:rPr lang="fr-FR" sz="1200" b="1" kern="1200" dirty="0"/>
            <a:t>434 </a:t>
          </a:r>
          <a:r>
            <a:rPr lang="fr-FR" sz="1200" kern="1200" dirty="0"/>
            <a:t>articles </a:t>
          </a:r>
        </a:p>
      </dsp:txBody>
      <dsp:txXfrm>
        <a:off x="379150" y="31542"/>
        <a:ext cx="3500870" cy="760453"/>
      </dsp:txXfrm>
    </dsp:sp>
    <dsp:sp modelId="{524C9E62-78FF-4EDA-97FE-E8AA1D268B86}">
      <dsp:nvSpPr>
        <dsp:cNvPr id="0" name=""/>
        <dsp:cNvSpPr/>
      </dsp:nvSpPr>
      <dsp:spPr>
        <a:xfrm rot="18998487">
          <a:off x="5601131" y="961616"/>
          <a:ext cx="1105682" cy="292232"/>
        </a:xfrm>
        <a:prstGeom prst="leftArrow">
          <a:avLst>
            <a:gd name="adj1" fmla="val 60000"/>
            <a:gd name="adj2" fmla="val 50000"/>
          </a:avLst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DEDC402-22C4-462D-BDEC-D53D3696F57E}">
      <dsp:nvSpPr>
        <dsp:cNvPr id="0" name=""/>
        <dsp:cNvSpPr/>
      </dsp:nvSpPr>
      <dsp:spPr>
        <a:xfrm>
          <a:off x="4572096" y="0"/>
          <a:ext cx="3530964" cy="87190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La proportion que représente ce groupe d'articles: </a:t>
          </a:r>
          <a:r>
            <a:rPr lang="fr-FR" sz="1200" b="1" kern="1200" dirty="0"/>
            <a:t>52.61% </a:t>
          </a:r>
        </a:p>
      </dsp:txBody>
      <dsp:txXfrm>
        <a:off x="4597633" y="25537"/>
        <a:ext cx="3479890" cy="820828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7625F8-5479-4B25-844C-3C52ACC4A74F}">
      <dsp:nvSpPr>
        <dsp:cNvPr id="0" name=""/>
        <dsp:cNvSpPr/>
      </dsp:nvSpPr>
      <dsp:spPr>
        <a:xfrm>
          <a:off x="847348" y="1410979"/>
          <a:ext cx="7299881" cy="2024198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100"/>
            <a:buNone/>
          </a:pPr>
          <a:r>
            <a:rPr lang="fr-FR" sz="1400" kern="1200" dirty="0"/>
            <a:t>les ventes ne sont pas concentrées sur quelques produits. Le catalogue est diversifié et performant, et de nombreux articles contribuent activement aux ventes.</a:t>
          </a:r>
        </a:p>
      </dsp:txBody>
      <dsp:txXfrm>
        <a:off x="1916391" y="1707416"/>
        <a:ext cx="5161795" cy="1431324"/>
      </dsp:txXfrm>
    </dsp:sp>
    <dsp:sp modelId="{02F30473-36BA-4E15-9B8C-645C25CF7142}">
      <dsp:nvSpPr>
        <dsp:cNvPr id="0" name=""/>
        <dsp:cNvSpPr/>
      </dsp:nvSpPr>
      <dsp:spPr>
        <a:xfrm rot="13419945">
          <a:off x="2066799" y="938983"/>
          <a:ext cx="1111250" cy="360349"/>
        </a:xfrm>
        <a:prstGeom prst="leftArrow">
          <a:avLst>
            <a:gd name="adj1" fmla="val 60000"/>
            <a:gd name="adj2" fmla="val 50000"/>
          </a:avLst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4E7BAA-23FA-492B-97D0-E3F18D3AD322}">
      <dsp:nvSpPr>
        <dsp:cNvPr id="0" name=""/>
        <dsp:cNvSpPr/>
      </dsp:nvSpPr>
      <dsp:spPr>
        <a:xfrm>
          <a:off x="617028" y="8788"/>
          <a:ext cx="3547869" cy="8076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Nombre d’articles représentant 80 % des quantités vendues : </a:t>
          </a:r>
          <a:r>
            <a:rPr lang="fr-FR" sz="1200" b="1" kern="1200" dirty="0"/>
            <a:t>433 articles </a:t>
          </a:r>
        </a:p>
      </dsp:txBody>
      <dsp:txXfrm>
        <a:off x="640685" y="32445"/>
        <a:ext cx="3500555" cy="760385"/>
      </dsp:txXfrm>
    </dsp:sp>
    <dsp:sp modelId="{524C9E62-78FF-4EDA-97FE-E8AA1D268B86}">
      <dsp:nvSpPr>
        <dsp:cNvPr id="0" name=""/>
        <dsp:cNvSpPr/>
      </dsp:nvSpPr>
      <dsp:spPr>
        <a:xfrm rot="18993393">
          <a:off x="5843174" y="972862"/>
          <a:ext cx="1130542" cy="292206"/>
        </a:xfrm>
        <a:prstGeom prst="leftArrow">
          <a:avLst>
            <a:gd name="adj1" fmla="val 60000"/>
            <a:gd name="adj2" fmla="val 50000"/>
          </a:avLst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DEDC402-22C4-462D-BDEC-D53D3696F57E}">
      <dsp:nvSpPr>
        <dsp:cNvPr id="0" name=""/>
        <dsp:cNvSpPr/>
      </dsp:nvSpPr>
      <dsp:spPr>
        <a:xfrm>
          <a:off x="4830145" y="0"/>
          <a:ext cx="3530647" cy="8718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La proportion que représente ce groupe d'articles: </a:t>
          </a:r>
          <a:r>
            <a:rPr lang="fr-FR" sz="1200" b="1" kern="1200" dirty="0"/>
            <a:t>52.48 %</a:t>
          </a:r>
        </a:p>
      </dsp:txBody>
      <dsp:txXfrm>
        <a:off x="4855680" y="25535"/>
        <a:ext cx="3479577" cy="82075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599977-8A8B-4C94-84D4-60824FAE740B}">
      <dsp:nvSpPr>
        <dsp:cNvPr id="0" name=""/>
        <dsp:cNvSpPr/>
      </dsp:nvSpPr>
      <dsp:spPr>
        <a:xfrm>
          <a:off x="0" y="0"/>
          <a:ext cx="1878838" cy="1878838"/>
        </a:xfrm>
        <a:prstGeom prst="pie">
          <a:avLst>
            <a:gd name="adj1" fmla="val 5400000"/>
            <a:gd name="adj2" fmla="val 162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DF1573-AA70-4D28-9E69-BEE5D970930B}">
      <dsp:nvSpPr>
        <dsp:cNvPr id="0" name=""/>
        <dsp:cNvSpPr/>
      </dsp:nvSpPr>
      <dsp:spPr>
        <a:xfrm>
          <a:off x="939419" y="0"/>
          <a:ext cx="7613516" cy="187883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dirty="0"/>
            <a:t>Valorisation</a:t>
          </a:r>
          <a:r>
            <a:rPr lang="fr-FR" sz="1400" b="1" kern="1200" dirty="0"/>
            <a:t> totale des stocks en euros : 532115.23 €</a:t>
          </a:r>
        </a:p>
      </dsp:txBody>
      <dsp:txXfrm>
        <a:off x="939419" y="0"/>
        <a:ext cx="7613516" cy="563652"/>
      </dsp:txXfrm>
    </dsp:sp>
    <dsp:sp modelId="{2DED942D-2495-4DFC-ACA9-37033E30C56D}">
      <dsp:nvSpPr>
        <dsp:cNvPr id="0" name=""/>
        <dsp:cNvSpPr/>
      </dsp:nvSpPr>
      <dsp:spPr>
        <a:xfrm>
          <a:off x="328797" y="563652"/>
          <a:ext cx="1221243" cy="1221243"/>
        </a:xfrm>
        <a:prstGeom prst="pie">
          <a:avLst>
            <a:gd name="adj1" fmla="val 5400000"/>
            <a:gd name="adj2" fmla="val 162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49EAD-366D-405D-9483-A68B3C27645C}">
      <dsp:nvSpPr>
        <dsp:cNvPr id="0" name=""/>
        <dsp:cNvSpPr/>
      </dsp:nvSpPr>
      <dsp:spPr>
        <a:xfrm>
          <a:off x="939419" y="516463"/>
          <a:ext cx="7613516" cy="122124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Valorisation </a:t>
          </a:r>
          <a:r>
            <a:rPr lang="fr-FR" sz="1400" b="1" kern="1200" dirty="0"/>
            <a:t>totale des stocks </a:t>
          </a:r>
          <a:r>
            <a:rPr lang="fr-FR" sz="1400" b="1" u="none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par rapport </a:t>
          </a:r>
          <a:r>
            <a:rPr lang="fr-FR" sz="1400" b="1" kern="1200" dirty="0"/>
            <a:t>au chiffre d’affaires </a:t>
          </a:r>
          <a:r>
            <a:rPr lang="fr-FR" sz="1400" kern="1200" dirty="0"/>
            <a:t>total </a:t>
          </a:r>
          <a:r>
            <a:rPr lang="fr-FR" sz="1400" b="1" kern="1200" dirty="0">
              <a:latin typeface="+mn-lt"/>
            </a:rPr>
            <a:t>: 3.70 mois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b="1" kern="1200" dirty="0"/>
        </a:p>
      </dsp:txBody>
      <dsp:txXfrm>
        <a:off x="939419" y="516463"/>
        <a:ext cx="7613516" cy="563650"/>
      </dsp:txXfrm>
    </dsp:sp>
    <dsp:sp modelId="{D8A7B645-EE40-47AA-9029-3D44E263DD97}">
      <dsp:nvSpPr>
        <dsp:cNvPr id="0" name=""/>
        <dsp:cNvSpPr/>
      </dsp:nvSpPr>
      <dsp:spPr>
        <a:xfrm>
          <a:off x="657593" y="1127303"/>
          <a:ext cx="563650" cy="563650"/>
        </a:xfrm>
        <a:prstGeom prst="pie">
          <a:avLst>
            <a:gd name="adj1" fmla="val 5400000"/>
            <a:gd name="adj2" fmla="val 162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F256D6-3E6B-462A-87BF-4367BDFEE8C1}">
      <dsp:nvSpPr>
        <dsp:cNvPr id="0" name=""/>
        <dsp:cNvSpPr/>
      </dsp:nvSpPr>
      <dsp:spPr>
        <a:xfrm>
          <a:off x="939419" y="1105523"/>
          <a:ext cx="7613516" cy="563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Le</a:t>
          </a:r>
          <a:r>
            <a:rPr lang="fr-FR" sz="1400" kern="1200" dirty="0"/>
            <a:t> </a:t>
          </a:r>
          <a:r>
            <a:rPr lang="fr-FR" sz="1400" b="1" kern="1200" dirty="0"/>
            <a:t>nombre total de produits en stock</a:t>
          </a:r>
          <a:r>
            <a:rPr lang="fr-FR" sz="1400" kern="1200" dirty="0"/>
            <a:t> est de </a:t>
          </a:r>
          <a:r>
            <a:rPr lang="fr-FR" sz="1400" b="1" kern="1200" dirty="0"/>
            <a:t>17 822 articles</a:t>
          </a:r>
        </a:p>
      </dsp:txBody>
      <dsp:txXfrm>
        <a:off x="939419" y="1105523"/>
        <a:ext cx="7613516" cy="56365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119AD3-6226-44BA-952D-02B2C7D77824}">
      <dsp:nvSpPr>
        <dsp:cNvPr id="0" name=""/>
        <dsp:cNvSpPr/>
      </dsp:nvSpPr>
      <dsp:spPr>
        <a:xfrm>
          <a:off x="417" y="35190"/>
          <a:ext cx="1136810" cy="6563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latin typeface="+mn-lt"/>
            </a:rPr>
            <a:t>Calcul taux de marge</a:t>
          </a:r>
          <a:endParaRPr lang="fr-FR" sz="1200" kern="1200" dirty="0">
            <a:latin typeface="+mn-lt"/>
          </a:endParaRPr>
        </a:p>
      </dsp:txBody>
      <dsp:txXfrm>
        <a:off x="19640" y="54413"/>
        <a:ext cx="1098364" cy="617886"/>
      </dsp:txXfrm>
    </dsp:sp>
    <dsp:sp modelId="{ADD472C8-DFA6-4683-8AA4-314180F71CE9}">
      <dsp:nvSpPr>
        <dsp:cNvPr id="0" name=""/>
        <dsp:cNvSpPr/>
      </dsp:nvSpPr>
      <dsp:spPr>
        <a:xfrm>
          <a:off x="1233490" y="227715"/>
          <a:ext cx="231903" cy="2712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>
            <a:latin typeface="+mn-lt"/>
          </a:endParaRPr>
        </a:p>
      </dsp:txBody>
      <dsp:txXfrm>
        <a:off x="1233490" y="281972"/>
        <a:ext cx="162332" cy="162769"/>
      </dsp:txXfrm>
    </dsp:sp>
    <dsp:sp modelId="{38743E19-2339-48AE-9068-74F046797BD8}">
      <dsp:nvSpPr>
        <dsp:cNvPr id="0" name=""/>
        <dsp:cNvSpPr/>
      </dsp:nvSpPr>
      <dsp:spPr>
        <a:xfrm>
          <a:off x="1574783" y="35190"/>
          <a:ext cx="1313014" cy="6563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>
              <a:latin typeface="+mn-lt"/>
            </a:rPr>
            <a:t>Création de la colonne </a:t>
          </a:r>
          <a:r>
            <a:rPr lang="fr-FR" sz="1200" b="1" kern="1200" dirty="0">
              <a:latin typeface="+mn-lt"/>
            </a:rPr>
            <a:t>Prix HT</a:t>
          </a:r>
          <a:endParaRPr lang="fr-FR" sz="1200" kern="1200" dirty="0">
            <a:latin typeface="+mn-lt"/>
          </a:endParaRPr>
        </a:p>
      </dsp:txBody>
      <dsp:txXfrm>
        <a:off x="1594006" y="54413"/>
        <a:ext cx="1274568" cy="617886"/>
      </dsp:txXfrm>
    </dsp:sp>
    <dsp:sp modelId="{12BCDF25-049B-44DA-BC9B-4D97A1D013DE}">
      <dsp:nvSpPr>
        <dsp:cNvPr id="0" name=""/>
        <dsp:cNvSpPr/>
      </dsp:nvSpPr>
      <dsp:spPr>
        <a:xfrm>
          <a:off x="2984059" y="227715"/>
          <a:ext cx="231903" cy="2712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>
            <a:latin typeface="+mn-lt"/>
          </a:endParaRPr>
        </a:p>
      </dsp:txBody>
      <dsp:txXfrm>
        <a:off x="2984059" y="281972"/>
        <a:ext cx="162332" cy="162769"/>
      </dsp:txXfrm>
    </dsp:sp>
    <dsp:sp modelId="{C2BF6C1B-A617-42FB-83FE-E968E11073A1}">
      <dsp:nvSpPr>
        <dsp:cNvPr id="0" name=""/>
        <dsp:cNvSpPr/>
      </dsp:nvSpPr>
      <dsp:spPr>
        <a:xfrm>
          <a:off x="3325352" y="57155"/>
          <a:ext cx="1666733" cy="61240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>
              <a:latin typeface="+mn-lt"/>
            </a:rPr>
            <a:t>Création de la colonne Taux de marge</a:t>
          </a:r>
        </a:p>
      </dsp:txBody>
      <dsp:txXfrm>
        <a:off x="3343289" y="75092"/>
        <a:ext cx="1630859" cy="576529"/>
      </dsp:txXfrm>
    </dsp:sp>
    <dsp:sp modelId="{0022425C-EA02-4EA0-B450-6CC42537F4DE}">
      <dsp:nvSpPr>
        <dsp:cNvPr id="0" name=""/>
        <dsp:cNvSpPr/>
      </dsp:nvSpPr>
      <dsp:spPr>
        <a:xfrm>
          <a:off x="5088347" y="227715"/>
          <a:ext cx="231903" cy="2712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>
            <a:latin typeface="+mn-lt"/>
          </a:endParaRPr>
        </a:p>
      </dsp:txBody>
      <dsp:txXfrm>
        <a:off x="5088347" y="281972"/>
        <a:ext cx="162332" cy="162769"/>
      </dsp:txXfrm>
    </dsp:sp>
    <dsp:sp modelId="{B533D5D3-5D5A-4407-93C5-E49266AC5820}">
      <dsp:nvSpPr>
        <dsp:cNvPr id="0" name=""/>
        <dsp:cNvSpPr/>
      </dsp:nvSpPr>
      <dsp:spPr>
        <a:xfrm>
          <a:off x="5429640" y="52314"/>
          <a:ext cx="2031905" cy="62208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effectLst/>
              <a:latin typeface="+mn-lt"/>
            </a:rPr>
            <a:t>Taux de marge </a:t>
          </a:r>
          <a:r>
            <a:rPr lang="fr-FR" sz="1200" b="1" i="0" kern="1200" dirty="0">
              <a:effectLst/>
              <a:latin typeface="+mn-lt"/>
            </a:rPr>
            <a:t>Min : </a:t>
          </a:r>
          <a:r>
            <a:rPr lang="fr-FR" sz="1200" b="1" i="0" kern="1200" dirty="0"/>
            <a:t>- 6.35</a:t>
          </a:r>
          <a:endParaRPr lang="fr-FR" sz="1200" b="1" i="0" kern="1200" dirty="0">
            <a:effectLst/>
            <a:latin typeface="+mn-lt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i="0" kern="1200" dirty="0">
              <a:effectLst/>
              <a:latin typeface="+mn-lt"/>
            </a:rPr>
            <a:t>Taux de marge </a:t>
          </a:r>
          <a:r>
            <a:rPr lang="fr-FR" sz="1200" b="1" i="0" kern="1200" dirty="0">
              <a:effectLst/>
              <a:latin typeface="+mn-lt"/>
            </a:rPr>
            <a:t>Max :0.48</a:t>
          </a:r>
          <a:endParaRPr lang="fr-FR" sz="1200" b="1" kern="1200" dirty="0">
            <a:latin typeface="+mn-lt"/>
          </a:endParaRPr>
        </a:p>
      </dsp:txBody>
      <dsp:txXfrm>
        <a:off x="5447860" y="70534"/>
        <a:ext cx="1995465" cy="585644"/>
      </dsp:txXfrm>
    </dsp:sp>
    <dsp:sp modelId="{8835D19F-58AF-4FFA-9396-BD99157501EF}">
      <dsp:nvSpPr>
        <dsp:cNvPr id="0" name=""/>
        <dsp:cNvSpPr/>
      </dsp:nvSpPr>
      <dsp:spPr>
        <a:xfrm rot="5693">
          <a:off x="7550288" y="258436"/>
          <a:ext cx="200956" cy="2712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>
            <a:latin typeface="+mn-lt"/>
          </a:endParaRPr>
        </a:p>
      </dsp:txBody>
      <dsp:txXfrm>
        <a:off x="7550288" y="312643"/>
        <a:ext cx="140669" cy="162769"/>
      </dsp:txXfrm>
    </dsp:sp>
    <dsp:sp modelId="{3F84CDF6-9FD8-44AE-BFD2-6524C60D2616}">
      <dsp:nvSpPr>
        <dsp:cNvPr id="0" name=""/>
        <dsp:cNvSpPr/>
      </dsp:nvSpPr>
      <dsp:spPr>
        <a:xfrm>
          <a:off x="7840708" y="38531"/>
          <a:ext cx="1244482" cy="6563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>
              <a:latin typeface="+mn-lt"/>
            </a:rPr>
            <a:t>4 articles</a:t>
          </a:r>
          <a:r>
            <a:rPr lang="fr-FR" sz="1200" kern="1200" dirty="0">
              <a:latin typeface="+mn-lt"/>
            </a:rPr>
            <a:t> avec marge &lt;0</a:t>
          </a:r>
          <a:endParaRPr lang="fr-FR" sz="1200" b="0" i="0" kern="1200" dirty="0">
            <a:effectLst/>
            <a:latin typeface="+mn-lt"/>
          </a:endParaRPr>
        </a:p>
      </dsp:txBody>
      <dsp:txXfrm>
        <a:off x="7859931" y="57754"/>
        <a:ext cx="1206036" cy="617886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119AD3-6226-44BA-952D-02B2C7D77824}">
      <dsp:nvSpPr>
        <dsp:cNvPr id="0" name=""/>
        <dsp:cNvSpPr/>
      </dsp:nvSpPr>
      <dsp:spPr>
        <a:xfrm>
          <a:off x="65898" y="72"/>
          <a:ext cx="3380886" cy="54867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>
              <a:solidFill>
                <a:schemeClr val="tx1"/>
              </a:solidFill>
            </a:rPr>
            <a:t>Création d'un dataframe avec les </a:t>
          </a:r>
          <a:r>
            <a:rPr lang="fr-FR" sz="1200" b="1" kern="1200" dirty="0">
              <a:solidFill>
                <a:schemeClr val="tx1"/>
              </a:solidFill>
            </a:rPr>
            <a:t>taux positifs </a:t>
          </a:r>
          <a:endParaRPr lang="fr-FR" sz="1200" kern="1200" dirty="0">
            <a:latin typeface="+mn-lt"/>
          </a:endParaRPr>
        </a:p>
      </dsp:txBody>
      <dsp:txXfrm>
        <a:off x="81968" y="16142"/>
        <a:ext cx="3348746" cy="516533"/>
      </dsp:txXfrm>
    </dsp:sp>
    <dsp:sp modelId="{ADD472C8-DFA6-4683-8AA4-314180F71CE9}">
      <dsp:nvSpPr>
        <dsp:cNvPr id="0" name=""/>
        <dsp:cNvSpPr/>
      </dsp:nvSpPr>
      <dsp:spPr>
        <a:xfrm>
          <a:off x="3527257" y="161017"/>
          <a:ext cx="193864" cy="2267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>
            <a:latin typeface="+mn-lt"/>
          </a:endParaRPr>
        </a:p>
      </dsp:txBody>
      <dsp:txXfrm>
        <a:off x="3527257" y="206374"/>
        <a:ext cx="135705" cy="136070"/>
      </dsp:txXfrm>
    </dsp:sp>
    <dsp:sp modelId="{32033CE7-4805-43E8-B3BB-E404C1B84069}">
      <dsp:nvSpPr>
        <dsp:cNvPr id="0" name=""/>
        <dsp:cNvSpPr/>
      </dsp:nvSpPr>
      <dsp:spPr>
        <a:xfrm>
          <a:off x="3812567" y="72"/>
          <a:ext cx="2919370" cy="54867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dirty="0">
              <a:solidFill>
                <a:schemeClr val="tx1"/>
              </a:solidFill>
            </a:rPr>
            <a:t>Taux de marge </a:t>
          </a:r>
          <a:r>
            <a:rPr lang="fr-FR" sz="1200" b="1" kern="1200" dirty="0">
              <a:solidFill>
                <a:schemeClr val="tx1"/>
              </a:solidFill>
            </a:rPr>
            <a:t>Min : 0,23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0" kern="1200" dirty="0">
              <a:solidFill>
                <a:schemeClr val="tx1"/>
              </a:solidFill>
            </a:rPr>
            <a:t>Taux de marge </a:t>
          </a:r>
          <a:r>
            <a:rPr lang="fr-FR" sz="1200" b="1" kern="1200" dirty="0">
              <a:solidFill>
                <a:schemeClr val="tx1"/>
              </a:solidFill>
            </a:rPr>
            <a:t>Max : 0,48</a:t>
          </a:r>
        </a:p>
      </dsp:txBody>
      <dsp:txXfrm>
        <a:off x="3828637" y="16142"/>
        <a:ext cx="2887230" cy="516533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119AD3-6226-44BA-952D-02B2C7D77824}">
      <dsp:nvSpPr>
        <dsp:cNvPr id="0" name=""/>
        <dsp:cNvSpPr/>
      </dsp:nvSpPr>
      <dsp:spPr>
        <a:xfrm>
          <a:off x="105487" y="58"/>
          <a:ext cx="4641111" cy="5487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 dirty="0"/>
            <a:t>dataframe avec le taux de marge moyen par type de produit</a:t>
          </a:r>
          <a:endParaRPr lang="fr-FR" sz="1200" kern="1200" dirty="0">
            <a:latin typeface="+mn-lt"/>
          </a:endParaRPr>
        </a:p>
      </dsp:txBody>
      <dsp:txXfrm>
        <a:off x="121558" y="16129"/>
        <a:ext cx="4608969" cy="516560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2AA0AA-64B4-4CB9-847B-A2905116F480}">
      <dsp:nvSpPr>
        <dsp:cNvPr id="0" name=""/>
        <dsp:cNvSpPr/>
      </dsp:nvSpPr>
      <dsp:spPr>
        <a:xfrm>
          <a:off x="3094046" y="62119"/>
          <a:ext cx="5431690" cy="1099565"/>
        </a:xfrm>
        <a:prstGeom prst="rightArrow">
          <a:avLst>
            <a:gd name="adj1" fmla="val 75000"/>
            <a:gd name="adj2" fmla="val 50000"/>
          </a:avLst>
        </a:prstGeom>
        <a:solidFill>
          <a:schemeClr val="bg1">
            <a:alpha val="9000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Saisie du code Python répondant aux instructions données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Importation des librairies sans problème</a:t>
          </a:r>
        </a:p>
      </dsp:txBody>
      <dsp:txXfrm>
        <a:off x="3094046" y="199565"/>
        <a:ext cx="5019353" cy="824673"/>
      </dsp:txXfrm>
    </dsp:sp>
    <dsp:sp modelId="{05B48FE0-0E65-497A-A048-D2C51385C85B}">
      <dsp:nvSpPr>
        <dsp:cNvPr id="0" name=""/>
        <dsp:cNvSpPr/>
      </dsp:nvSpPr>
      <dsp:spPr>
        <a:xfrm>
          <a:off x="0" y="186905"/>
          <a:ext cx="3087329" cy="808480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2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Ce qui a bien fonctionné lors du nettoyage</a:t>
          </a:r>
        </a:p>
      </dsp:txBody>
      <dsp:txXfrm>
        <a:off x="39467" y="226372"/>
        <a:ext cx="3008395" cy="729546"/>
      </dsp:txXfrm>
    </dsp:sp>
    <dsp:sp modelId="{E5D06793-5FAD-4BEB-BA3B-0CED65FB00C2}">
      <dsp:nvSpPr>
        <dsp:cNvPr id="0" name=""/>
        <dsp:cNvSpPr/>
      </dsp:nvSpPr>
      <dsp:spPr>
        <a:xfrm>
          <a:off x="3027944" y="1269497"/>
          <a:ext cx="5498201" cy="1130710"/>
        </a:xfrm>
        <a:prstGeom prst="rightArrow">
          <a:avLst>
            <a:gd name="adj1" fmla="val 75000"/>
            <a:gd name="adj2" fmla="val 50000"/>
          </a:avLst>
        </a:prstGeom>
        <a:solidFill>
          <a:schemeClr val="bg1">
            <a:alpha val="9000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Éliminer les lignes non nécessaires tout en conservant l’intégrité des informations.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200" kern="1200" dirty="0"/>
            <a:t>Correction des valeurs erronées </a:t>
          </a:r>
        </a:p>
      </dsp:txBody>
      <dsp:txXfrm>
        <a:off x="3027944" y="1410836"/>
        <a:ext cx="5074185" cy="848032"/>
      </dsp:txXfrm>
    </dsp:sp>
    <dsp:sp modelId="{95AF3CAA-7BEB-4A94-AEAF-D18EB89C3846}">
      <dsp:nvSpPr>
        <dsp:cNvPr id="0" name=""/>
        <dsp:cNvSpPr/>
      </dsp:nvSpPr>
      <dsp:spPr>
        <a:xfrm>
          <a:off x="0" y="1401278"/>
          <a:ext cx="3020097" cy="871340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2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Ce qui a été le plus difficile</a:t>
          </a:r>
        </a:p>
      </dsp:txBody>
      <dsp:txXfrm>
        <a:off x="42535" y="1443813"/>
        <a:ext cx="2935027" cy="786270"/>
      </dsp:txXfrm>
    </dsp:sp>
    <dsp:sp modelId="{B124D981-1A4F-499F-BA29-838A7E0D5F49}">
      <dsp:nvSpPr>
        <dsp:cNvPr id="0" name=""/>
        <dsp:cNvSpPr/>
      </dsp:nvSpPr>
      <dsp:spPr>
        <a:xfrm>
          <a:off x="3007739" y="2673885"/>
          <a:ext cx="5460084" cy="688136"/>
        </a:xfrm>
        <a:prstGeom prst="rightArrow">
          <a:avLst>
            <a:gd name="adj1" fmla="val 75000"/>
            <a:gd name="adj2" fmla="val 50000"/>
          </a:avLst>
        </a:prstGeom>
        <a:solidFill>
          <a:schemeClr val="bg1">
            <a:alpha val="9000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200" kern="1200" dirty="0"/>
            <a:t>Analyse exploratoire des fichiers</a:t>
          </a:r>
        </a:p>
      </dsp:txBody>
      <dsp:txXfrm>
        <a:off x="3007739" y="2759902"/>
        <a:ext cx="5202033" cy="516102"/>
      </dsp:txXfrm>
    </dsp:sp>
    <dsp:sp modelId="{2D4356FD-DD16-4227-A52F-7881866D64C4}">
      <dsp:nvSpPr>
        <dsp:cNvPr id="0" name=""/>
        <dsp:cNvSpPr/>
      </dsp:nvSpPr>
      <dsp:spPr>
        <a:xfrm>
          <a:off x="2967" y="2574024"/>
          <a:ext cx="3000287" cy="849810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2"/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Renforcement nécessaire</a:t>
          </a:r>
        </a:p>
      </dsp:txBody>
      <dsp:txXfrm>
        <a:off x="44451" y="2615508"/>
        <a:ext cx="2917319" cy="7668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96EE44C2-3E76-0351-F4BD-6206FA14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9AEACF9E-3538-5E81-F868-2CCCDF743C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34F5DB8F-19FF-4FE7-0CB8-A935A1F12D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fr-FR" sz="1100" dirty="0">
              <a:solidFill>
                <a:schemeClr val="accent5">
                  <a:lumMod val="75000"/>
                </a:schemeClr>
              </a:solidFill>
            </a:endParaRPr>
          </a:p>
          <a:p>
            <a:pPr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1400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462C8A03-DFAF-AA5B-B0D2-0052938EB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253F2390-4D5C-9B15-3ED0-9A5EB4302C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EC2ECE14-CA90-EDAF-0E55-706D36B536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6930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71613DEE-5833-0548-E318-0FDE219A5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280AB09A-5BE7-C459-1ADD-E07C2E4F85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44FF7FB4-A9DF-B690-B074-B9592977D6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9139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EAF7EA2D-5955-5C6B-B69F-C16C018A8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>
            <a:extLst>
              <a:ext uri="{FF2B5EF4-FFF2-40B4-BE49-F238E27FC236}">
                <a16:creationId xmlns:a16="http://schemas.microsoft.com/office/drawing/2014/main" id="{6C17C39B-0334-E312-8314-CC3F11D8F5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9" name="Google Shape;69;p5:notes">
            <a:extLst>
              <a:ext uri="{FF2B5EF4-FFF2-40B4-BE49-F238E27FC236}">
                <a16:creationId xmlns:a16="http://schemas.microsoft.com/office/drawing/2014/main" id="{1EF5FECC-3627-45A6-76A8-FD6F88F7B0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None/>
            </a:pPr>
            <a:endParaRPr lang="fr-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0551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18888ACA-DF9D-5CB0-43C7-0AA7320A8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>
            <a:extLst>
              <a:ext uri="{FF2B5EF4-FFF2-40B4-BE49-F238E27FC236}">
                <a16:creationId xmlns:a16="http://schemas.microsoft.com/office/drawing/2014/main" id="{DDF5F3AB-0EF0-918F-6315-875894EF1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7" name="Google Shape;77;p6:notes">
            <a:extLst>
              <a:ext uri="{FF2B5EF4-FFF2-40B4-BE49-F238E27FC236}">
                <a16:creationId xmlns:a16="http://schemas.microsoft.com/office/drawing/2014/main" id="{4877E327-2AB7-7224-35BF-06E0C027BF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1917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B4997A24-CDE0-1FA3-84FB-D410DDB2F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>
            <a:extLst>
              <a:ext uri="{FF2B5EF4-FFF2-40B4-BE49-F238E27FC236}">
                <a16:creationId xmlns:a16="http://schemas.microsoft.com/office/drawing/2014/main" id="{773DCCE4-7181-92AF-25C9-D17117BEFA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7" name="Google Shape;77;p6:notes">
            <a:extLst>
              <a:ext uri="{FF2B5EF4-FFF2-40B4-BE49-F238E27FC236}">
                <a16:creationId xmlns:a16="http://schemas.microsoft.com/office/drawing/2014/main" id="{C34F5C5B-1CCE-AB30-4D54-A890B75115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b="1" u="sng" dirty="0"/>
          </a:p>
        </p:txBody>
      </p:sp>
    </p:spTree>
    <p:extLst>
      <p:ext uri="{BB962C8B-B14F-4D97-AF65-F5344CB8AC3E}">
        <p14:creationId xmlns:p14="http://schemas.microsoft.com/office/powerpoint/2010/main" val="1815525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2F15D449-1CFE-5E45-F278-B183ACD4C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>
            <a:extLst>
              <a:ext uri="{FF2B5EF4-FFF2-40B4-BE49-F238E27FC236}">
                <a16:creationId xmlns:a16="http://schemas.microsoft.com/office/drawing/2014/main" id="{E0C1AA1B-2228-BF57-F51B-2E6EBF10CF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7" name="Google Shape;77;p6:notes">
            <a:extLst>
              <a:ext uri="{FF2B5EF4-FFF2-40B4-BE49-F238E27FC236}">
                <a16:creationId xmlns:a16="http://schemas.microsoft.com/office/drawing/2014/main" id="{D421C1AE-6FF0-1A60-AF85-04AD09CD63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5921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527516DE-9581-0678-0167-A34EE9BD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54D38887-20B1-293C-855B-0C6F5D6A75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858F6903-54AE-E511-7CC3-71E81626EC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fr-FR" b="1" u="sng" dirty="0"/>
          </a:p>
        </p:txBody>
      </p:sp>
    </p:spTree>
    <p:extLst>
      <p:ext uri="{BB962C8B-B14F-4D97-AF65-F5344CB8AC3E}">
        <p14:creationId xmlns:p14="http://schemas.microsoft.com/office/powerpoint/2010/main" val="33329044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0E64C7E2-AA12-3E26-8159-2E33AE96C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1D8CE421-9921-3404-00A3-4507665CBF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595DC394-4436-B14F-64C2-8F5FC2B05C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53282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E538CCFE-FA27-B8BC-FE4C-074359DC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219ED9E8-37D2-6C8B-FDCF-9F513B4E95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457791D9-8967-0AFE-F777-2548FBE02A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3953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7F390758-BD0D-149F-A1A0-E9D086E1D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AC5243A7-AD11-0535-8EDB-E5DF723177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3985C85E-69CB-0E2B-BC7E-02A801EB17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77398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8FAC6FE8-96DE-DC14-2709-B74518F0B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31D58E9F-13BB-8991-AFFB-6FFD5E2A2B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DB3F6BDD-D37D-1CE2-8E94-ABD3B541B2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fr-FR" b="1" u="sng" dirty="0"/>
          </a:p>
        </p:txBody>
      </p:sp>
    </p:spTree>
    <p:extLst>
      <p:ext uri="{BB962C8B-B14F-4D97-AF65-F5344CB8AC3E}">
        <p14:creationId xmlns:p14="http://schemas.microsoft.com/office/powerpoint/2010/main" val="435356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C8ABC25C-22F1-9EB6-F009-79D4C2D2C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92C9EC6E-95EA-CC6F-2DD7-24C921DC65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2327E8AC-E964-BBB9-1DF6-A3A0C61C33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6059870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15C4E5DA-5282-4A3E-F111-0A3606BC2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1C68A62B-8AB7-B716-9CCA-0F21A0AE07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EB0DD55A-1C65-9C42-29E2-AAEBCFF72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34850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5E6778D1-C66C-2432-FD75-155623552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948BE5D0-E7E3-3281-3D86-2C96AD0A6E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1B54D8EE-CCB5-6332-5ACE-BC8541A84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34690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9C72078E-2222-4DE4-51DD-D57900E00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865222A8-8232-B8C5-A0A6-05A128154E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70651C81-07DD-5D7E-699B-6B3CE1AB9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30890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CD598BAC-87CF-8757-DBEA-81A39E1BE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>
            <a:extLst>
              <a:ext uri="{FF2B5EF4-FFF2-40B4-BE49-F238E27FC236}">
                <a16:creationId xmlns:a16="http://schemas.microsoft.com/office/drawing/2014/main" id="{7510ECD3-07B1-7606-FBCB-0B776A1D26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1" name="Google Shape;101;g13f9e8f1567_0_7:notes">
            <a:extLst>
              <a:ext uri="{FF2B5EF4-FFF2-40B4-BE49-F238E27FC236}">
                <a16:creationId xmlns:a16="http://schemas.microsoft.com/office/drawing/2014/main" id="{6820D494-2AC7-7E61-DEAD-9D2F1C67F3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83712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49C2653-8C27-72BF-7CAD-18E2CB17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25758D08-0EAE-D093-574E-1249C77975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F5E31551-CC3D-33AC-98CF-432CCA35F1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69033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11DCE16D-961E-6568-D1E0-B7BAD4733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9620C916-8D5D-EB77-9860-B1C95730CA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51AE289B-8FF2-49E1-3AA4-08C290930E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2780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diagramData" Target="../diagrams/data5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17" Type="http://schemas.microsoft.com/office/2007/relationships/diagramDrawing" Target="../diagrams/drawing5.xml"/><Relationship Id="rId2" Type="http://schemas.openxmlformats.org/officeDocument/2006/relationships/notesSlide" Target="../notesSlides/notesSlide3.xml"/><Relationship Id="rId16" Type="http://schemas.openxmlformats.org/officeDocument/2006/relationships/diagramColors" Target="../diagrams/colors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Relationship Id="rId14" Type="http://schemas.openxmlformats.org/officeDocument/2006/relationships/diagramLayout" Target="../diagrams/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13" Type="http://schemas.openxmlformats.org/officeDocument/2006/relationships/diagramData" Target="../diagrams/data8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diagramDrawing" Target="../diagrams/drawing7.xml"/><Relationship Id="rId17" Type="http://schemas.microsoft.com/office/2007/relationships/diagramDrawing" Target="../diagrams/drawing8.xml"/><Relationship Id="rId2" Type="http://schemas.openxmlformats.org/officeDocument/2006/relationships/notesSlide" Target="../notesSlides/notesSlide4.xml"/><Relationship Id="rId16" Type="http://schemas.openxmlformats.org/officeDocument/2006/relationships/diagramColors" Target="../diagrams/colors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6.xml"/><Relationship Id="rId15" Type="http://schemas.openxmlformats.org/officeDocument/2006/relationships/diagramQuickStyle" Target="../diagrams/quickStyle8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7.xml"/><Relationship Id="rId14" Type="http://schemas.openxmlformats.org/officeDocument/2006/relationships/diagramLayout" Target="../diagrams/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0.xml"/><Relationship Id="rId13" Type="http://schemas.openxmlformats.org/officeDocument/2006/relationships/diagramData" Target="../diagrams/data11.xml"/><Relationship Id="rId18" Type="http://schemas.openxmlformats.org/officeDocument/2006/relationships/image" Target="../media/image1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microsoft.com/office/2007/relationships/diagramDrawing" Target="../diagrams/drawing10.xml"/><Relationship Id="rId17" Type="http://schemas.microsoft.com/office/2007/relationships/diagramDrawing" Target="../diagrams/drawing11.xml"/><Relationship Id="rId2" Type="http://schemas.openxmlformats.org/officeDocument/2006/relationships/notesSlide" Target="../notesSlides/notesSlide5.xml"/><Relationship Id="rId16" Type="http://schemas.openxmlformats.org/officeDocument/2006/relationships/diagramColors" Target="../diagrams/colors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11" Type="http://schemas.openxmlformats.org/officeDocument/2006/relationships/diagramColors" Target="../diagrams/colors10.xml"/><Relationship Id="rId5" Type="http://schemas.openxmlformats.org/officeDocument/2006/relationships/diagramQuickStyle" Target="../diagrams/quickStyle9.xml"/><Relationship Id="rId15" Type="http://schemas.openxmlformats.org/officeDocument/2006/relationships/diagramQuickStyle" Target="../diagrams/quickStyle11.xml"/><Relationship Id="rId10" Type="http://schemas.openxmlformats.org/officeDocument/2006/relationships/diagramQuickStyle" Target="../diagrams/quickStyle10.xml"/><Relationship Id="rId19" Type="http://schemas.openxmlformats.org/officeDocument/2006/relationships/image" Target="../media/image2.svg"/><Relationship Id="rId4" Type="http://schemas.openxmlformats.org/officeDocument/2006/relationships/diagramLayout" Target="../diagrams/layout9.xml"/><Relationship Id="rId9" Type="http://schemas.openxmlformats.org/officeDocument/2006/relationships/diagramLayout" Target="../diagrams/layout10.xml"/><Relationship Id="rId14" Type="http://schemas.openxmlformats.org/officeDocument/2006/relationships/diagramLayout" Target="../diagrams/layout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3.xml"/><Relationship Id="rId13" Type="http://schemas.openxmlformats.org/officeDocument/2006/relationships/image" Target="../media/image1.png"/><Relationship Id="rId18" Type="http://schemas.openxmlformats.org/officeDocument/2006/relationships/diagramColors" Target="../diagrams/colors14.xml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12" Type="http://schemas.microsoft.com/office/2007/relationships/diagramDrawing" Target="../diagrams/drawing13.xml"/><Relationship Id="rId17" Type="http://schemas.openxmlformats.org/officeDocument/2006/relationships/diagramQuickStyle" Target="../diagrams/quickStyle14.xml"/><Relationship Id="rId2" Type="http://schemas.openxmlformats.org/officeDocument/2006/relationships/notesSlide" Target="../notesSlides/notesSlide6.xml"/><Relationship Id="rId16" Type="http://schemas.openxmlformats.org/officeDocument/2006/relationships/diagramLayout" Target="../diagrams/layout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11" Type="http://schemas.openxmlformats.org/officeDocument/2006/relationships/diagramColors" Target="../diagrams/colors13.xml"/><Relationship Id="rId5" Type="http://schemas.openxmlformats.org/officeDocument/2006/relationships/diagramQuickStyle" Target="../diagrams/quickStyle12.xml"/><Relationship Id="rId15" Type="http://schemas.openxmlformats.org/officeDocument/2006/relationships/diagramData" Target="../diagrams/data14.xml"/><Relationship Id="rId10" Type="http://schemas.openxmlformats.org/officeDocument/2006/relationships/diagramQuickStyle" Target="../diagrams/quickStyle13.xml"/><Relationship Id="rId19" Type="http://schemas.microsoft.com/office/2007/relationships/diagramDrawing" Target="../diagrams/drawing14.xml"/><Relationship Id="rId4" Type="http://schemas.openxmlformats.org/officeDocument/2006/relationships/diagramLayout" Target="../diagrams/layout12.xml"/><Relationship Id="rId9" Type="http://schemas.openxmlformats.org/officeDocument/2006/relationships/diagramLayout" Target="../diagrams/layout13.xml"/><Relationship Id="rId1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diagramDrawing" Target="../diagrams/drawing16.xml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12" Type="http://schemas.openxmlformats.org/officeDocument/2006/relationships/diagramColors" Target="../diagrams/colors1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11" Type="http://schemas.openxmlformats.org/officeDocument/2006/relationships/diagramQuickStyle" Target="../diagrams/quickStyle16.xml"/><Relationship Id="rId5" Type="http://schemas.openxmlformats.org/officeDocument/2006/relationships/diagramQuickStyle" Target="../diagrams/quickStyle15.xml"/><Relationship Id="rId10" Type="http://schemas.openxmlformats.org/officeDocument/2006/relationships/diagramLayout" Target="../diagrams/layout16.xml"/><Relationship Id="rId4" Type="http://schemas.openxmlformats.org/officeDocument/2006/relationships/diagramLayout" Target="../diagrams/layout15.xml"/><Relationship Id="rId9" Type="http://schemas.openxmlformats.org/officeDocument/2006/relationships/diagramData" Target="../diagrams/data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3.xml"/><Relationship Id="rId13" Type="http://schemas.openxmlformats.org/officeDocument/2006/relationships/diagramData" Target="../diagrams/data24.xml"/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12" Type="http://schemas.microsoft.com/office/2007/relationships/diagramDrawing" Target="../diagrams/drawing23.xml"/><Relationship Id="rId17" Type="http://schemas.microsoft.com/office/2007/relationships/diagramDrawing" Target="../diagrams/drawing24.xml"/><Relationship Id="rId2" Type="http://schemas.openxmlformats.org/officeDocument/2006/relationships/notesSlide" Target="../notesSlides/notesSlide16.xml"/><Relationship Id="rId16" Type="http://schemas.openxmlformats.org/officeDocument/2006/relationships/diagramColors" Target="../diagrams/colors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11" Type="http://schemas.openxmlformats.org/officeDocument/2006/relationships/diagramColors" Target="../diagrams/colors23.xml"/><Relationship Id="rId5" Type="http://schemas.openxmlformats.org/officeDocument/2006/relationships/diagramQuickStyle" Target="../diagrams/quickStyle22.xml"/><Relationship Id="rId15" Type="http://schemas.openxmlformats.org/officeDocument/2006/relationships/diagramQuickStyle" Target="../diagrams/quickStyle24.xml"/><Relationship Id="rId10" Type="http://schemas.openxmlformats.org/officeDocument/2006/relationships/diagramQuickStyle" Target="../diagrams/quickStyle23.xml"/><Relationship Id="rId4" Type="http://schemas.openxmlformats.org/officeDocument/2006/relationships/diagramLayout" Target="../diagrams/layout22.xml"/><Relationship Id="rId9" Type="http://schemas.openxmlformats.org/officeDocument/2006/relationships/diagramLayout" Target="../diagrams/layout23.xml"/><Relationship Id="rId14" Type="http://schemas.openxmlformats.org/officeDocument/2006/relationships/diagramLayout" Target="../diagrams/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32832" y="1754659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47500" lnSpcReduction="20000"/>
          </a:bodyPr>
          <a:lstStyle/>
          <a:p>
            <a:pPr algn="ctr">
              <a:buSzPct val="100000"/>
            </a:pPr>
            <a:r>
              <a:rPr lang="fr-FR" sz="5400" b="1" dirty="0">
                <a:solidFill>
                  <a:schemeClr val="bg1"/>
                </a:solidFill>
              </a:rPr>
              <a:t>Optimisez la gestion &amp; nettoyez les données du stock d'une boutique</a:t>
            </a: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Amarache Amel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 algn="ctr">
              <a:buSzPct val="100000"/>
            </a:pPr>
            <a:r>
              <a:rPr lang="fr-FR" sz="2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Business Intelligence Analyst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3382"/>
            <a:ext cx="9144000" cy="775385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1525345" y="8820"/>
            <a:ext cx="593463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621775" y="51240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24FB13CB-63BF-5B38-4110-EE28FD4A3E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8696807"/>
              </p:ext>
            </p:extLst>
          </p:nvPr>
        </p:nvGraphicFramePr>
        <p:xfrm>
          <a:off x="76200" y="2532609"/>
          <a:ext cx="9067800" cy="7694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2008A5F4-3D27-DEED-F37F-70ADFD35655A}"/>
              </a:ext>
            </a:extLst>
          </p:cNvPr>
          <p:cNvSpPr txBox="1"/>
          <p:nvPr/>
        </p:nvSpPr>
        <p:spPr>
          <a:xfrm>
            <a:off x="76200" y="1366624"/>
            <a:ext cx="9067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Regroupe les données de gestion des stocks et les prix des produits.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Le fichier contient 825 lignes et 6 colonnes.</a:t>
            </a:r>
            <a:r>
              <a:rPr lang="fr-FR" dirty="0">
                <a:sym typeface="Wingdings" panose="05000000000000000000" pitchFamily="2" charset="2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/>
              <a:t>identifiant du produit : </a:t>
            </a:r>
            <a:r>
              <a:rPr lang="fr-FR" dirty="0" err="1"/>
              <a:t>product_id</a:t>
            </a:r>
            <a:r>
              <a:rPr lang="fr-FR" dirty="0"/>
              <a:t> =&gt; Aucun doublon détecté</a:t>
            </a:r>
            <a:endParaRPr lang="fr-FR" dirty="0">
              <a:sym typeface="Wingdings" panose="05000000000000000000" pitchFamily="2" charset="2"/>
            </a:endParaRPr>
          </a:p>
        </p:txBody>
      </p: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E6CC4F7A-DDD6-FBB3-9362-1E9418AD80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8323114"/>
              </p:ext>
            </p:extLst>
          </p:nvPr>
        </p:nvGraphicFramePr>
        <p:xfrm>
          <a:off x="76200" y="3729372"/>
          <a:ext cx="9067800" cy="7694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5" name="ZoneTexte 14">
            <a:extLst>
              <a:ext uri="{FF2B5EF4-FFF2-40B4-BE49-F238E27FC236}">
                <a16:creationId xmlns:a16="http://schemas.microsoft.com/office/drawing/2014/main" id="{BCEF30E2-849A-DC70-9584-D983DBF826E9}"/>
              </a:ext>
            </a:extLst>
          </p:cNvPr>
          <p:cNvSpPr txBox="1"/>
          <p:nvPr/>
        </p:nvSpPr>
        <p:spPr>
          <a:xfrm>
            <a:off x="3748216" y="845186"/>
            <a:ext cx="1672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i="1" dirty="0">
                <a:solidFill>
                  <a:schemeClr val="accent5">
                    <a:lumMod val="75000"/>
                  </a:schemeClr>
                </a:solidFill>
              </a:rPr>
              <a:t>Datasets : 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erp</a:t>
            </a:r>
            <a:endParaRPr lang="fr-FR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16319E1-ACCC-F753-0736-84814183042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805672" y="4824427"/>
            <a:ext cx="338328" cy="315691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tx1"/>
                </a:solidFill>
              </a:rPr>
              <a:t>2</a:t>
            </a:fld>
            <a:endParaRPr lang="fr-FR" sz="1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C37C18C5-134C-5F02-3693-94F5E142B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A655581D-EA11-1E2B-3D5B-B07507FBCEEF}"/>
              </a:ext>
            </a:extLst>
          </p:cNvPr>
          <p:cNvSpPr/>
          <p:nvPr/>
        </p:nvSpPr>
        <p:spPr>
          <a:xfrm>
            <a:off x="0" y="3382"/>
            <a:ext cx="9144000" cy="775385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B6AD50C9-9AB2-EEAD-730A-50839CF1BA18}"/>
              </a:ext>
            </a:extLst>
          </p:cNvPr>
          <p:cNvSpPr txBox="1"/>
          <p:nvPr/>
        </p:nvSpPr>
        <p:spPr>
          <a:xfrm>
            <a:off x="1525345" y="8820"/>
            <a:ext cx="593463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D6361CCC-E738-03AE-1623-DC6A8476D752}"/>
              </a:ext>
            </a:extLst>
          </p:cNvPr>
          <p:cNvSpPr/>
          <p:nvPr/>
        </p:nvSpPr>
        <p:spPr>
          <a:xfrm>
            <a:off x="1621775" y="51240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4AEE87F5-DE06-B84E-E08B-1073B15CAD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1118204"/>
              </p:ext>
            </p:extLst>
          </p:nvPr>
        </p:nvGraphicFramePr>
        <p:xfrm>
          <a:off x="38100" y="2674198"/>
          <a:ext cx="9067800" cy="542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78D6661A-3A3E-E42D-1FBF-59BE96D217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8501238"/>
              </p:ext>
            </p:extLst>
          </p:nvPr>
        </p:nvGraphicFramePr>
        <p:xfrm>
          <a:off x="0" y="3561959"/>
          <a:ext cx="9067800" cy="542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A0CFDACB-3EE2-5EAF-79FE-15C55D08EF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5566514"/>
              </p:ext>
            </p:extLst>
          </p:nvPr>
        </p:nvGraphicFramePr>
        <p:xfrm>
          <a:off x="38100" y="1707509"/>
          <a:ext cx="9067800" cy="6209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14" name="ZoneTexte 13">
            <a:extLst>
              <a:ext uri="{FF2B5EF4-FFF2-40B4-BE49-F238E27FC236}">
                <a16:creationId xmlns:a16="http://schemas.microsoft.com/office/drawing/2014/main" id="{C5F77978-E4F2-344D-737C-CC230391B0C0}"/>
              </a:ext>
            </a:extLst>
          </p:cNvPr>
          <p:cNvSpPr txBox="1"/>
          <p:nvPr/>
        </p:nvSpPr>
        <p:spPr>
          <a:xfrm>
            <a:off x="3863546" y="870263"/>
            <a:ext cx="1672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i="1" dirty="0">
                <a:solidFill>
                  <a:schemeClr val="accent5">
                    <a:lumMod val="75000"/>
                  </a:schemeClr>
                </a:solidFill>
              </a:rPr>
              <a:t>Datasets : 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erp</a:t>
            </a:r>
            <a:endParaRPr lang="fr-FR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836198A-2322-31E1-E92C-41091EC5A37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70620" y="4749900"/>
            <a:ext cx="37338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tx1"/>
                </a:solidFill>
              </a:rPr>
              <a:t>3</a:t>
            </a:fld>
            <a:endParaRPr lang="fr-F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700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28DD3126-665C-8096-3DA2-2402BF98C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0AEF2BA0-94F6-1067-E5E0-5659E6A011F5}"/>
              </a:ext>
            </a:extLst>
          </p:cNvPr>
          <p:cNvSpPr/>
          <p:nvPr/>
        </p:nvSpPr>
        <p:spPr>
          <a:xfrm>
            <a:off x="0" y="3382"/>
            <a:ext cx="9144000" cy="775385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657B42EF-9F24-A86B-5093-800A72F9A3F9}"/>
              </a:ext>
            </a:extLst>
          </p:cNvPr>
          <p:cNvSpPr txBox="1"/>
          <p:nvPr/>
        </p:nvSpPr>
        <p:spPr>
          <a:xfrm>
            <a:off x="1525345" y="8820"/>
            <a:ext cx="593463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55EAA04C-14A6-A741-8159-C62D0776D2B5}"/>
              </a:ext>
            </a:extLst>
          </p:cNvPr>
          <p:cNvSpPr/>
          <p:nvPr/>
        </p:nvSpPr>
        <p:spPr>
          <a:xfrm>
            <a:off x="1621775" y="51240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DD2E1F80-C308-0B24-3016-EDFAE0BC44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038519"/>
              </p:ext>
            </p:extLst>
          </p:nvPr>
        </p:nvGraphicFramePr>
        <p:xfrm>
          <a:off x="38100" y="2081311"/>
          <a:ext cx="9067800" cy="7694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F6CCD480-8571-B9C6-6BA2-D626CD98C0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8280160"/>
              </p:ext>
            </p:extLst>
          </p:nvPr>
        </p:nvGraphicFramePr>
        <p:xfrm>
          <a:off x="38100" y="3048000"/>
          <a:ext cx="9067800" cy="1096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2DFB21C7-38F5-8148-1F6F-9859C3705596}"/>
              </a:ext>
            </a:extLst>
          </p:cNvPr>
          <p:cNvSpPr txBox="1"/>
          <p:nvPr/>
        </p:nvSpPr>
        <p:spPr>
          <a:xfrm>
            <a:off x="76200" y="1345126"/>
            <a:ext cx="92051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dirty="0"/>
              <a:t>Ce fichier contient les données extraites de la plateforme de vente en ligne.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dirty="0"/>
              <a:t>comporte </a:t>
            </a:r>
            <a:r>
              <a:rPr lang="fr-FR" sz="1400" b="1" dirty="0"/>
              <a:t>1 513 lignes </a:t>
            </a:r>
            <a:r>
              <a:rPr lang="fr-FR" sz="1400" dirty="0"/>
              <a:t>et </a:t>
            </a:r>
            <a:r>
              <a:rPr lang="fr-FR" sz="1400" b="1" dirty="0"/>
              <a:t>29 colonnes</a:t>
            </a:r>
            <a:r>
              <a:rPr lang="fr-FR" sz="1400" dirty="0"/>
              <a:t>. </a:t>
            </a:r>
          </a:p>
        </p:txBody>
      </p:sp>
      <p:graphicFrame>
        <p:nvGraphicFramePr>
          <p:cNvPr id="13" name="Diagramme 12">
            <a:extLst>
              <a:ext uri="{FF2B5EF4-FFF2-40B4-BE49-F238E27FC236}">
                <a16:creationId xmlns:a16="http://schemas.microsoft.com/office/drawing/2014/main" id="{879540C1-CB7F-7555-D43E-77C4BA0087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201576"/>
              </p:ext>
            </p:extLst>
          </p:nvPr>
        </p:nvGraphicFramePr>
        <p:xfrm>
          <a:off x="1392867" y="4611460"/>
          <a:ext cx="6358266" cy="523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E7583C47-1F15-7D56-D647-A74471EC87CF}"/>
              </a:ext>
            </a:extLst>
          </p:cNvPr>
          <p:cNvSpPr txBox="1"/>
          <p:nvPr/>
        </p:nvSpPr>
        <p:spPr>
          <a:xfrm>
            <a:off x="3748216" y="845186"/>
            <a:ext cx="1672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i="1" dirty="0">
                <a:solidFill>
                  <a:schemeClr val="accent5">
                    <a:lumMod val="75000"/>
                  </a:schemeClr>
                </a:solidFill>
              </a:rPr>
              <a:t>Datasets : Web</a:t>
            </a:r>
            <a:endParaRPr lang="fr-FR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793317A-165C-7935-26A6-F89901F66C1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tx1"/>
                </a:solidFill>
              </a:rPr>
              <a:t>4</a:t>
            </a:fld>
            <a:endParaRPr lang="fr-F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56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6DF109A0-1830-7732-8EEE-D902CEA5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FC182440-6950-BB14-76D1-949FC5579F75}"/>
              </a:ext>
            </a:extLst>
          </p:cNvPr>
          <p:cNvSpPr/>
          <p:nvPr/>
        </p:nvSpPr>
        <p:spPr>
          <a:xfrm>
            <a:off x="0" y="3382"/>
            <a:ext cx="9144000" cy="775385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F21ED0F3-3026-8319-838B-568E2CFDBE73}"/>
              </a:ext>
            </a:extLst>
          </p:cNvPr>
          <p:cNvSpPr txBox="1"/>
          <p:nvPr/>
        </p:nvSpPr>
        <p:spPr>
          <a:xfrm>
            <a:off x="1525345" y="8820"/>
            <a:ext cx="593463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770063FA-4FC9-4A74-740E-B3612F0B3268}"/>
              </a:ext>
            </a:extLst>
          </p:cNvPr>
          <p:cNvSpPr/>
          <p:nvPr/>
        </p:nvSpPr>
        <p:spPr>
          <a:xfrm>
            <a:off x="1621775" y="51240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7A7F461-3051-EE8B-8AC5-D30081547B6B}"/>
              </a:ext>
            </a:extLst>
          </p:cNvPr>
          <p:cNvSpPr txBox="1"/>
          <p:nvPr/>
        </p:nvSpPr>
        <p:spPr>
          <a:xfrm>
            <a:off x="38100" y="1247968"/>
            <a:ext cx="80672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200" dirty="0"/>
              <a:t>Ce fichier </a:t>
            </a:r>
            <a:r>
              <a:rPr lang="fr-FR" sz="1200" b="1" dirty="0"/>
              <a:t>permet de lier </a:t>
            </a:r>
            <a:r>
              <a:rPr lang="fr-FR" sz="1200" dirty="0"/>
              <a:t>les références entre l’extraction de </a:t>
            </a:r>
            <a:r>
              <a:rPr lang="fr-FR" sz="1200" b="1" dirty="0"/>
              <a:t>l’ERP et le Web.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200" dirty="0"/>
              <a:t>contient </a:t>
            </a:r>
            <a:r>
              <a:rPr lang="fr-FR" sz="1200" b="1" dirty="0"/>
              <a:t>825 lignes </a:t>
            </a:r>
            <a:r>
              <a:rPr lang="fr-FR" sz="1200" dirty="0"/>
              <a:t>et </a:t>
            </a:r>
            <a:r>
              <a:rPr lang="fr-FR" sz="1200" b="1" dirty="0"/>
              <a:t>2 colonnes, </a:t>
            </a:r>
            <a:r>
              <a:rPr lang="fr-FR" sz="1200" b="1" i="1" dirty="0" err="1"/>
              <a:t>product_id</a:t>
            </a:r>
            <a:r>
              <a:rPr lang="fr-FR" sz="1200" b="1" dirty="0"/>
              <a:t> et </a:t>
            </a:r>
            <a:r>
              <a:rPr lang="fr-FR" sz="1200" b="1" i="1" dirty="0" err="1"/>
              <a:t>id_web</a:t>
            </a:r>
            <a:r>
              <a:rPr lang="fr-FR" sz="1200" b="1" dirty="0"/>
              <a:t>.</a:t>
            </a:r>
          </a:p>
        </p:txBody>
      </p:sp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811EC7D4-D227-413B-3671-FAD7D35354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0982030"/>
              </p:ext>
            </p:extLst>
          </p:nvPr>
        </p:nvGraphicFramePr>
        <p:xfrm>
          <a:off x="38100" y="1807452"/>
          <a:ext cx="9067800" cy="4616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957BC48D-775F-32D1-9E64-A26BB87E6D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9804421"/>
              </p:ext>
            </p:extLst>
          </p:nvPr>
        </p:nvGraphicFramePr>
        <p:xfrm>
          <a:off x="38100" y="2269118"/>
          <a:ext cx="9067800" cy="4682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21" name="Diagramme 20">
            <a:extLst>
              <a:ext uri="{FF2B5EF4-FFF2-40B4-BE49-F238E27FC236}">
                <a16:creationId xmlns:a16="http://schemas.microsoft.com/office/drawing/2014/main" id="{1544C1C5-666A-07BB-1AAE-BA7D1400BA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0750966"/>
              </p:ext>
            </p:extLst>
          </p:nvPr>
        </p:nvGraphicFramePr>
        <p:xfrm>
          <a:off x="108586" y="3132655"/>
          <a:ext cx="8916541" cy="1795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pic>
        <p:nvPicPr>
          <p:cNvPr id="18" name="Graphique 17" descr="Tête avec engrenages contour">
            <a:extLst>
              <a:ext uri="{FF2B5EF4-FFF2-40B4-BE49-F238E27FC236}">
                <a16:creationId xmlns:a16="http://schemas.microsoft.com/office/drawing/2014/main" id="{BE35A067-BAFB-ADFE-C562-57512348F05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8100" y="3676483"/>
            <a:ext cx="396422" cy="438097"/>
          </a:xfrm>
          <a:prstGeom prst="rect">
            <a:avLst/>
          </a:prstGeom>
        </p:spPr>
      </p:pic>
      <p:pic>
        <p:nvPicPr>
          <p:cNvPr id="25" name="Graphique 24" descr="Tête avec engrenages contour">
            <a:extLst>
              <a:ext uri="{FF2B5EF4-FFF2-40B4-BE49-F238E27FC236}">
                <a16:creationId xmlns:a16="http://schemas.microsoft.com/office/drawing/2014/main" id="{7EDBD8E3-7722-621E-F762-C4B4BF9FA3D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6311" y="4316713"/>
            <a:ext cx="396421" cy="438096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3D8803CD-4C82-38C0-070E-D891986DCC66}"/>
              </a:ext>
            </a:extLst>
          </p:cNvPr>
          <p:cNvSpPr txBox="1"/>
          <p:nvPr/>
        </p:nvSpPr>
        <p:spPr>
          <a:xfrm>
            <a:off x="3690551" y="809872"/>
            <a:ext cx="2924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Datasets : Liaison </a:t>
            </a:r>
            <a:endParaRPr lang="fr-FR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613EC15-F886-CB57-5842-0E0F245B67F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09477" y="4774059"/>
            <a:ext cx="396423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tx1"/>
                </a:solidFill>
              </a:rPr>
              <a:t>5</a:t>
            </a:fld>
            <a:endParaRPr lang="fr-F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462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C7544313-4A47-95A9-34EB-29B82065E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>
            <a:extLst>
              <a:ext uri="{FF2B5EF4-FFF2-40B4-BE49-F238E27FC236}">
                <a16:creationId xmlns:a16="http://schemas.microsoft.com/office/drawing/2014/main" id="{4AFCD57B-CE80-2A53-58FD-C8801F805693}"/>
              </a:ext>
            </a:extLst>
          </p:cNvPr>
          <p:cNvSpPr/>
          <p:nvPr/>
        </p:nvSpPr>
        <p:spPr>
          <a:xfrm>
            <a:off x="0" y="0"/>
            <a:ext cx="9144000" cy="757881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>
            <a:extLst>
              <a:ext uri="{FF2B5EF4-FFF2-40B4-BE49-F238E27FC236}">
                <a16:creationId xmlns:a16="http://schemas.microsoft.com/office/drawing/2014/main" id="{908ACF93-38A7-B18D-C9AA-7F6BEE5EE64F}"/>
              </a:ext>
            </a:extLst>
          </p:cNvPr>
          <p:cNvSpPr txBox="1"/>
          <p:nvPr/>
        </p:nvSpPr>
        <p:spPr>
          <a:xfrm>
            <a:off x="1238525" y="16566"/>
            <a:ext cx="712288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>
            <a:extLst>
              <a:ext uri="{FF2B5EF4-FFF2-40B4-BE49-F238E27FC236}">
                <a16:creationId xmlns:a16="http://schemas.microsoft.com/office/drawing/2014/main" id="{04EC1064-97AB-99B4-25C3-D709300319BB}"/>
              </a:ext>
            </a:extLst>
          </p:cNvPr>
          <p:cNvSpPr/>
          <p:nvPr/>
        </p:nvSpPr>
        <p:spPr>
          <a:xfrm>
            <a:off x="1341689" y="538866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CCA9794A-BDC9-CB8F-1B4E-F3EB69662B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1326021"/>
              </p:ext>
            </p:extLst>
          </p:nvPr>
        </p:nvGraphicFramePr>
        <p:xfrm>
          <a:off x="90615" y="1184064"/>
          <a:ext cx="8962768" cy="1044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4" name="Diagramme 13">
            <a:extLst>
              <a:ext uri="{FF2B5EF4-FFF2-40B4-BE49-F238E27FC236}">
                <a16:creationId xmlns:a16="http://schemas.microsoft.com/office/drawing/2014/main" id="{CB39ED23-2BCF-F137-3E65-D45C4018AB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5999347"/>
              </p:ext>
            </p:extLst>
          </p:nvPr>
        </p:nvGraphicFramePr>
        <p:xfrm>
          <a:off x="90615" y="2328916"/>
          <a:ext cx="8962768" cy="1012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11" name="Graphique 10" descr="Tête avec engrenages contour">
            <a:extLst>
              <a:ext uri="{FF2B5EF4-FFF2-40B4-BE49-F238E27FC236}">
                <a16:creationId xmlns:a16="http://schemas.microsoft.com/office/drawing/2014/main" id="{A2BE30EB-3E22-4B9C-3940-33AAB03DBED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8050" y="4313357"/>
            <a:ext cx="403860" cy="328332"/>
          </a:xfrm>
          <a:prstGeom prst="rect">
            <a:avLst/>
          </a:prstGeom>
        </p:spPr>
      </p:pic>
      <p:grpSp>
        <p:nvGrpSpPr>
          <p:cNvPr id="26" name="Groupe 25">
            <a:extLst>
              <a:ext uri="{FF2B5EF4-FFF2-40B4-BE49-F238E27FC236}">
                <a16:creationId xmlns:a16="http://schemas.microsoft.com/office/drawing/2014/main" id="{64F3027B-2910-F5A8-17F3-DD7B97C06DFF}"/>
              </a:ext>
            </a:extLst>
          </p:cNvPr>
          <p:cNvGrpSpPr/>
          <p:nvPr/>
        </p:nvGrpSpPr>
        <p:grpSpPr>
          <a:xfrm>
            <a:off x="229063" y="3986010"/>
            <a:ext cx="1667513" cy="956337"/>
            <a:chOff x="0" y="-91568"/>
            <a:chExt cx="1667513" cy="956337"/>
          </a:xfrm>
          <a:scene3d>
            <a:camera prst="orthographicFront"/>
            <a:lightRig rig="chilly" dir="t"/>
          </a:scene3d>
        </p:grpSpPr>
        <p:sp>
          <p:nvSpPr>
            <p:cNvPr id="27" name="Rectangle : coins arrondis 26">
              <a:extLst>
                <a:ext uri="{FF2B5EF4-FFF2-40B4-BE49-F238E27FC236}">
                  <a16:creationId xmlns:a16="http://schemas.microsoft.com/office/drawing/2014/main" id="{BE421B97-E938-70C5-D5FF-18CBEC3918B0}"/>
                </a:ext>
              </a:extLst>
            </p:cNvPr>
            <p:cNvSpPr/>
            <p:nvPr/>
          </p:nvSpPr>
          <p:spPr>
            <a:xfrm>
              <a:off x="0" y="88664"/>
              <a:ext cx="1565326" cy="776105"/>
            </a:xfrm>
            <a:prstGeom prst="roundRect">
              <a:avLst>
                <a:gd name="adj" fmla="val 10000"/>
              </a:avLst>
            </a:prstGeom>
            <a:sp3d prstMaterial="translucentPowder">
              <a:bevelT w="127000" h="25400" prst="softRound"/>
            </a:sp3d>
          </p:spPr>
          <p:style>
            <a:lnRef idx="0">
              <a:schemeClr val="accent5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 dirty="0"/>
            </a:p>
          </p:txBody>
        </p:sp>
        <p:sp>
          <p:nvSpPr>
            <p:cNvPr id="28" name="Rectangle : coins arrondis 4">
              <a:extLst>
                <a:ext uri="{FF2B5EF4-FFF2-40B4-BE49-F238E27FC236}">
                  <a16:creationId xmlns:a16="http://schemas.microsoft.com/office/drawing/2014/main" id="{9A5FF05C-5F79-C2C5-8FB0-C15262D819A0}"/>
                </a:ext>
              </a:extLst>
            </p:cNvPr>
            <p:cNvSpPr txBox="1"/>
            <p:nvPr/>
          </p:nvSpPr>
          <p:spPr>
            <a:xfrm>
              <a:off x="147649" y="-91568"/>
              <a:ext cx="1519864" cy="73064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b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200" b="1" kern="1200" dirty="0">
                  <a:solidFill>
                    <a:schemeClr val="tx1"/>
                  </a:solidFill>
                </a:rPr>
                <a:t>Pièges et difficultés</a:t>
              </a:r>
              <a:endParaRPr lang="fr-FR" sz="1200" b="0" u="none" kern="1200" dirty="0"/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E1659AC0-3AB4-A038-F94F-B2D36784C891}"/>
              </a:ext>
            </a:extLst>
          </p:cNvPr>
          <p:cNvGrpSpPr/>
          <p:nvPr/>
        </p:nvGrpSpPr>
        <p:grpSpPr>
          <a:xfrm>
            <a:off x="1794389" y="4166242"/>
            <a:ext cx="6972899" cy="832057"/>
            <a:chOff x="2134624" y="18543"/>
            <a:chExt cx="7422061" cy="1065155"/>
          </a:xfrm>
          <a:scene3d>
            <a:camera prst="orthographicFront"/>
            <a:lightRig rig="chilly" dir="t"/>
          </a:scene3d>
        </p:grpSpPr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ECF00648-C005-0E25-8B5A-E2B1DEBA3624}"/>
                </a:ext>
              </a:extLst>
            </p:cNvPr>
            <p:cNvSpPr/>
            <p:nvPr/>
          </p:nvSpPr>
          <p:spPr>
            <a:xfrm>
              <a:off x="2134624" y="18543"/>
              <a:ext cx="7422061" cy="993528"/>
            </a:xfrm>
            <a:prstGeom prst="roundRect">
              <a:avLst>
                <a:gd name="adj" fmla="val 10000"/>
              </a:avLst>
            </a:prstGeom>
            <a:sp3d prstMaterial="translucentPowder">
              <a:bevelT w="127000" h="25400" prst="softRound"/>
            </a:sp3d>
          </p:spPr>
          <p:style>
            <a:lnRef idx="0">
              <a:schemeClr val="accent5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1" name="Rectangle : coins arrondis 4">
              <a:extLst>
                <a:ext uri="{FF2B5EF4-FFF2-40B4-BE49-F238E27FC236}">
                  <a16:creationId xmlns:a16="http://schemas.microsoft.com/office/drawing/2014/main" id="{EE648ABB-38CD-B871-DF26-28C87FA5093C}"/>
                </a:ext>
              </a:extLst>
            </p:cNvPr>
            <p:cNvSpPr txBox="1"/>
            <p:nvPr/>
          </p:nvSpPr>
          <p:spPr>
            <a:xfrm>
              <a:off x="2644814" y="148368"/>
              <a:ext cx="6828142" cy="93533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1200" dirty="0"/>
                <a:t>La difficulté rencontrée lors de la deuxième fusion était de savoir s’il fallait supprimer ou conserver les 111 lignes sans correspondance. </a:t>
              </a:r>
            </a:p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None/>
              </a:pPr>
              <a:endParaRPr lang="fr-FR" sz="1200" kern="1200" dirty="0"/>
            </a:p>
          </p:txBody>
        </p:sp>
      </p:grpSp>
      <p:sp>
        <p:nvSpPr>
          <p:cNvPr id="40" name="ZoneTexte 39">
            <a:extLst>
              <a:ext uri="{FF2B5EF4-FFF2-40B4-BE49-F238E27FC236}">
                <a16:creationId xmlns:a16="http://schemas.microsoft.com/office/drawing/2014/main" id="{063BE84B-4EE2-EEF6-5675-DA51220E3756}"/>
              </a:ext>
            </a:extLst>
          </p:cNvPr>
          <p:cNvSpPr txBox="1"/>
          <p:nvPr/>
        </p:nvSpPr>
        <p:spPr>
          <a:xfrm>
            <a:off x="3109783" y="774447"/>
            <a:ext cx="2924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Jonction des fichiers</a:t>
            </a:r>
            <a:r>
              <a:rPr lang="fr-FR" sz="1600" dirty="0">
                <a:solidFill>
                  <a:schemeClr val="accent5">
                    <a:lumMod val="75000"/>
                  </a:schemeClr>
                </a:solidFill>
              </a:rPr>
              <a:t> </a:t>
            </a:r>
          </a:p>
        </p:txBody>
      </p:sp>
      <p:graphicFrame>
        <p:nvGraphicFramePr>
          <p:cNvPr id="41" name="Diagramme 40">
            <a:extLst>
              <a:ext uri="{FF2B5EF4-FFF2-40B4-BE49-F238E27FC236}">
                <a16:creationId xmlns:a16="http://schemas.microsoft.com/office/drawing/2014/main" id="{6E96478E-11D8-712B-E5C7-86898F9BE6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715450"/>
              </p:ext>
            </p:extLst>
          </p:nvPr>
        </p:nvGraphicFramePr>
        <p:xfrm>
          <a:off x="604911" y="3465143"/>
          <a:ext cx="7429369" cy="509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A6467EA-D6E1-F96F-CFC2-FD33DF4D4A9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28979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tx1"/>
                </a:solidFill>
              </a:rPr>
              <a:t>6</a:t>
            </a:fld>
            <a:endParaRPr lang="fr-F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664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147D5FD8-DF17-4FED-91E3-028694968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>
            <a:extLst>
              <a:ext uri="{FF2B5EF4-FFF2-40B4-BE49-F238E27FC236}">
                <a16:creationId xmlns:a16="http://schemas.microsoft.com/office/drawing/2014/main" id="{F46C8324-D6B1-395A-6077-C9F4C6DF5EE0}"/>
              </a:ext>
            </a:extLst>
          </p:cNvPr>
          <p:cNvSpPr/>
          <p:nvPr/>
        </p:nvSpPr>
        <p:spPr>
          <a:xfrm>
            <a:off x="0" y="0"/>
            <a:ext cx="9144000" cy="798097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>
            <a:extLst>
              <a:ext uri="{FF2B5EF4-FFF2-40B4-BE49-F238E27FC236}">
                <a16:creationId xmlns:a16="http://schemas.microsoft.com/office/drawing/2014/main" id="{B848157A-1181-5EC9-326E-A01A73B3A516}"/>
              </a:ext>
            </a:extLst>
          </p:cNvPr>
          <p:cNvSpPr txBox="1"/>
          <p:nvPr/>
        </p:nvSpPr>
        <p:spPr>
          <a:xfrm>
            <a:off x="2177638" y="36000"/>
            <a:ext cx="532431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>
            <a:extLst>
              <a:ext uri="{FF2B5EF4-FFF2-40B4-BE49-F238E27FC236}">
                <a16:creationId xmlns:a16="http://schemas.microsoft.com/office/drawing/2014/main" id="{06E2AFFE-BF53-656D-25E0-D1D9725A97FA}"/>
              </a:ext>
            </a:extLst>
          </p:cNvPr>
          <p:cNvSpPr/>
          <p:nvPr/>
        </p:nvSpPr>
        <p:spPr>
          <a:xfrm>
            <a:off x="2280802" y="55830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B7BF5FB-03B9-AF0B-DC70-2CF5EDBBC866}"/>
              </a:ext>
            </a:extLst>
          </p:cNvPr>
          <p:cNvSpPr txBox="1"/>
          <p:nvPr/>
        </p:nvSpPr>
        <p:spPr>
          <a:xfrm>
            <a:off x="122843" y="889970"/>
            <a:ext cx="88983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Exploration des données par la visualisation avec Pandas et Plotly Express</a:t>
            </a:r>
            <a:endParaRPr lang="fr-FR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" name="Image 6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3E4C713E-C53B-1C7D-5C8D-4AD69ABF9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277" y="1305770"/>
            <a:ext cx="4463363" cy="3264803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99AD8D8-F1AB-C9C9-8150-19F96FCB0FD7}"/>
              </a:ext>
            </a:extLst>
          </p:cNvPr>
          <p:cNvSpPr txBox="1"/>
          <p:nvPr/>
        </p:nvSpPr>
        <p:spPr>
          <a:xfrm>
            <a:off x="122843" y="4431311"/>
            <a:ext cx="4193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Boîte à moustaches représentant la répartition des prix (Pandas)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11E4FCE-1255-EA57-CFB7-8101A1C076B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tx1"/>
                </a:solidFill>
              </a:rPr>
              <a:t>7</a:t>
            </a:fld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254BA59-6A59-6FA8-11FD-5D1F4D20B506}"/>
              </a:ext>
            </a:extLst>
          </p:cNvPr>
          <p:cNvSpPr txBox="1"/>
          <p:nvPr/>
        </p:nvSpPr>
        <p:spPr>
          <a:xfrm>
            <a:off x="4680639" y="4411076"/>
            <a:ext cx="4193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Boîte à moustaches représentant la répartition des prix (Plotly Express)</a:t>
            </a:r>
          </a:p>
        </p:txBody>
      </p:sp>
      <p:pic>
        <p:nvPicPr>
          <p:cNvPr id="14" name="Image 13" descr="Une image contenant capture d’écran, ligne, texte, Tracé&#10;&#10;Le contenu généré par l’IA peut être incorrect.">
            <a:extLst>
              <a:ext uri="{FF2B5EF4-FFF2-40B4-BE49-F238E27FC236}">
                <a16:creationId xmlns:a16="http://schemas.microsoft.com/office/drawing/2014/main" id="{569ACD65-C26D-D7A9-D027-C2CFA3101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086" y="1320397"/>
            <a:ext cx="4692914" cy="309067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555A0B6F-8F06-DB1D-58C9-48D33A6DFAD8}"/>
              </a:ext>
            </a:extLst>
          </p:cNvPr>
          <p:cNvSpPr txBox="1"/>
          <p:nvPr/>
        </p:nvSpPr>
        <p:spPr>
          <a:xfrm>
            <a:off x="5687568" y="3699379"/>
            <a:ext cx="3413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accent1">
                    <a:lumMod val="75000"/>
                  </a:schemeClr>
                </a:solidFill>
              </a:rPr>
              <a:t>45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205D524-13C4-3C8D-B145-4E14C3A30A8A}"/>
              </a:ext>
            </a:extLst>
          </p:cNvPr>
          <p:cNvSpPr txBox="1"/>
          <p:nvPr/>
        </p:nvSpPr>
        <p:spPr>
          <a:xfrm>
            <a:off x="5687568" y="4036135"/>
            <a:ext cx="3413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accent1">
                    <a:lumMod val="75000"/>
                  </a:schemeClr>
                </a:solidFill>
              </a:rPr>
              <a:t>10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D82193C-29A5-C8FC-E781-3865741AE046}"/>
              </a:ext>
            </a:extLst>
          </p:cNvPr>
          <p:cNvSpPr txBox="1"/>
          <p:nvPr/>
        </p:nvSpPr>
        <p:spPr>
          <a:xfrm>
            <a:off x="6187440" y="3211699"/>
            <a:ext cx="3413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accent1">
                    <a:lumMod val="75000"/>
                  </a:schemeClr>
                </a:solidFill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412455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41E35C10-42C1-CA11-66CF-93CE4F051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>
            <a:extLst>
              <a:ext uri="{FF2B5EF4-FFF2-40B4-BE49-F238E27FC236}">
                <a16:creationId xmlns:a16="http://schemas.microsoft.com/office/drawing/2014/main" id="{23B3445B-5410-FADF-5E62-85A92971D25B}"/>
              </a:ext>
            </a:extLst>
          </p:cNvPr>
          <p:cNvSpPr/>
          <p:nvPr/>
        </p:nvSpPr>
        <p:spPr>
          <a:xfrm>
            <a:off x="0" y="0"/>
            <a:ext cx="9144000" cy="813789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>
            <a:extLst>
              <a:ext uri="{FF2B5EF4-FFF2-40B4-BE49-F238E27FC236}">
                <a16:creationId xmlns:a16="http://schemas.microsoft.com/office/drawing/2014/main" id="{861EB001-6A97-AF44-F011-F55BC240D6A1}"/>
              </a:ext>
            </a:extLst>
          </p:cNvPr>
          <p:cNvSpPr txBox="1"/>
          <p:nvPr/>
        </p:nvSpPr>
        <p:spPr>
          <a:xfrm>
            <a:off x="1162703" y="97200"/>
            <a:ext cx="696162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>
            <a:extLst>
              <a:ext uri="{FF2B5EF4-FFF2-40B4-BE49-F238E27FC236}">
                <a16:creationId xmlns:a16="http://schemas.microsoft.com/office/drawing/2014/main" id="{FF9EB4BB-1780-500D-CA4D-8B44C75CCA91}"/>
              </a:ext>
            </a:extLst>
          </p:cNvPr>
          <p:cNvSpPr/>
          <p:nvPr/>
        </p:nvSpPr>
        <p:spPr>
          <a:xfrm>
            <a:off x="2508463" y="595543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BC46684-6128-BD00-13B3-B19B1D0CB541}"/>
              </a:ext>
            </a:extLst>
          </p:cNvPr>
          <p:cNvSpPr txBox="1"/>
          <p:nvPr/>
        </p:nvSpPr>
        <p:spPr>
          <a:xfrm>
            <a:off x="2071469" y="916443"/>
            <a:ext cx="6192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 Exploration par l'utilisation de méthodes statistiques</a:t>
            </a:r>
          </a:p>
        </p:txBody>
      </p:sp>
      <p:graphicFrame>
        <p:nvGraphicFramePr>
          <p:cNvPr id="23" name="Diagramme 22">
            <a:extLst>
              <a:ext uri="{FF2B5EF4-FFF2-40B4-BE49-F238E27FC236}">
                <a16:creationId xmlns:a16="http://schemas.microsoft.com/office/drawing/2014/main" id="{439C9166-FC6B-FB55-67AE-58EAF1DA3C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4464290"/>
              </p:ext>
            </p:extLst>
          </p:nvPr>
        </p:nvGraphicFramePr>
        <p:xfrm>
          <a:off x="0" y="3535205"/>
          <a:ext cx="9144000" cy="1211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4" name="Image 23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D892715F-78A1-7231-D8B4-7EBAAFF6F0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422" y="3946681"/>
            <a:ext cx="1849047" cy="799649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FF18A41B-716B-8C07-C45A-64E469858B8E}"/>
              </a:ext>
            </a:extLst>
          </p:cNvPr>
          <p:cNvSpPr txBox="1"/>
          <p:nvPr/>
        </p:nvSpPr>
        <p:spPr>
          <a:xfrm>
            <a:off x="0" y="3108740"/>
            <a:ext cx="5469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chemeClr val="accent5">
                    <a:lumMod val="50000"/>
                  </a:schemeClr>
                </a:solidFill>
              </a:rPr>
              <a:t>Méthode2: </a:t>
            </a:r>
            <a:r>
              <a:rPr lang="fr-FR" b="1" dirty="0">
                <a:solidFill>
                  <a:schemeClr val="accent5">
                    <a:lumMod val="50000"/>
                  </a:schemeClr>
                </a:solidFill>
              </a:rPr>
              <a:t>Identification par l'intervalle interquartile(IQR) 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30B8015-0D8B-B626-991D-E0390A860A60}"/>
              </a:ext>
            </a:extLst>
          </p:cNvPr>
          <p:cNvSpPr txBox="1"/>
          <p:nvPr/>
        </p:nvSpPr>
        <p:spPr>
          <a:xfrm>
            <a:off x="0" y="1517975"/>
            <a:ext cx="3688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Méthode1: </a:t>
            </a:r>
            <a:r>
              <a:rPr lang="fr-FR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Identification par le Z-index</a:t>
            </a:r>
          </a:p>
        </p:txBody>
      </p:sp>
      <p:graphicFrame>
        <p:nvGraphicFramePr>
          <p:cNvPr id="28" name="Diagramme 27">
            <a:extLst>
              <a:ext uri="{FF2B5EF4-FFF2-40B4-BE49-F238E27FC236}">
                <a16:creationId xmlns:a16="http://schemas.microsoft.com/office/drawing/2014/main" id="{7CC1BC71-4555-F3A7-B9AC-6FEC104452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1520028"/>
              </p:ext>
            </p:extLst>
          </p:nvPr>
        </p:nvGraphicFramePr>
        <p:xfrm>
          <a:off x="0" y="1916042"/>
          <a:ext cx="9144000" cy="642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pSp>
        <p:nvGrpSpPr>
          <p:cNvPr id="2" name="Groupe 1">
            <a:extLst>
              <a:ext uri="{FF2B5EF4-FFF2-40B4-BE49-F238E27FC236}">
                <a16:creationId xmlns:a16="http://schemas.microsoft.com/office/drawing/2014/main" id="{C0DE1355-50FA-A55D-4FAE-AB2E78EA4B93}"/>
              </a:ext>
            </a:extLst>
          </p:cNvPr>
          <p:cNvGrpSpPr/>
          <p:nvPr/>
        </p:nvGrpSpPr>
        <p:grpSpPr>
          <a:xfrm>
            <a:off x="6787348" y="2062466"/>
            <a:ext cx="383351" cy="338646"/>
            <a:chOff x="4260870" y="151862"/>
            <a:chExt cx="383351" cy="338646"/>
          </a:xfrm>
          <a:scene3d>
            <a:camera prst="orthographicFront"/>
            <a:lightRig rig="flat" dir="t"/>
          </a:scene3d>
        </p:grpSpPr>
        <p:sp>
          <p:nvSpPr>
            <p:cNvPr id="3" name="Flèche : droite 2">
              <a:extLst>
                <a:ext uri="{FF2B5EF4-FFF2-40B4-BE49-F238E27FC236}">
                  <a16:creationId xmlns:a16="http://schemas.microsoft.com/office/drawing/2014/main" id="{2B4D22CA-D1E4-655C-5754-31DF3114D3FD}"/>
                </a:ext>
              </a:extLst>
            </p:cNvPr>
            <p:cNvSpPr/>
            <p:nvPr/>
          </p:nvSpPr>
          <p:spPr>
            <a:xfrm>
              <a:off x="4260870" y="151862"/>
              <a:ext cx="383351" cy="338646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accent5"/>
            </a:solidFill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accent5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5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" name="Flèche : droite 4">
              <a:extLst>
                <a:ext uri="{FF2B5EF4-FFF2-40B4-BE49-F238E27FC236}">
                  <a16:creationId xmlns:a16="http://schemas.microsoft.com/office/drawing/2014/main" id="{8EC4902A-4D90-8371-CB31-6B1865830CCE}"/>
                </a:ext>
              </a:extLst>
            </p:cNvPr>
            <p:cNvSpPr txBox="1"/>
            <p:nvPr/>
          </p:nvSpPr>
          <p:spPr>
            <a:xfrm>
              <a:off x="4260870" y="219591"/>
              <a:ext cx="281757" cy="203188"/>
            </a:xfrm>
            <a:prstGeom prst="rect">
              <a:avLst/>
            </a:prstGeom>
            <a:sp3d z="-800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fr-FR" sz="1200" kern="1200"/>
            </a:p>
          </p:txBody>
        </p:sp>
      </p:grp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BBA5EC-6752-0987-CF00-797025D4D0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tx1"/>
                </a:solidFill>
              </a:rPr>
              <a:t>8</a:t>
            </a:fld>
            <a:endParaRPr lang="fr-F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3717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A992BE8E-E7B9-9BF2-73D8-DCF7C1051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necteur droit 3">
            <a:extLst>
              <a:ext uri="{FF2B5EF4-FFF2-40B4-BE49-F238E27FC236}">
                <a16:creationId xmlns:a16="http://schemas.microsoft.com/office/drawing/2014/main" id="{74A54D63-72E2-521F-81EB-76A025514B76}"/>
              </a:ext>
            </a:extLst>
          </p:cNvPr>
          <p:cNvSpPr/>
          <p:nvPr/>
        </p:nvSpPr>
        <p:spPr>
          <a:xfrm>
            <a:off x="5893761" y="3470929"/>
            <a:ext cx="91440" cy="34347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45720" y="0"/>
                </a:moveTo>
                <a:lnTo>
                  <a:pt x="45720" y="343479"/>
                </a:lnTo>
              </a:path>
            </a:pathLst>
          </a:custGeom>
          <a:noFill/>
        </p:spPr>
        <p:style>
          <a:lnRef idx="2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fr-FR"/>
          </a:p>
        </p:txBody>
      </p:sp>
      <p:sp>
        <p:nvSpPr>
          <p:cNvPr id="80" name="Google Shape;80;p6">
            <a:extLst>
              <a:ext uri="{FF2B5EF4-FFF2-40B4-BE49-F238E27FC236}">
                <a16:creationId xmlns:a16="http://schemas.microsoft.com/office/drawing/2014/main" id="{BD2BAE7C-188D-4CAD-39A0-0EBAFDA1B0AF}"/>
              </a:ext>
            </a:extLst>
          </p:cNvPr>
          <p:cNvSpPr/>
          <p:nvPr/>
        </p:nvSpPr>
        <p:spPr>
          <a:xfrm>
            <a:off x="0" y="0"/>
            <a:ext cx="9144000" cy="813789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>
            <a:extLst>
              <a:ext uri="{FF2B5EF4-FFF2-40B4-BE49-F238E27FC236}">
                <a16:creationId xmlns:a16="http://schemas.microsoft.com/office/drawing/2014/main" id="{980AA507-9CE1-1381-2CEB-A08499C7E290}"/>
              </a:ext>
            </a:extLst>
          </p:cNvPr>
          <p:cNvSpPr txBox="1"/>
          <p:nvPr/>
        </p:nvSpPr>
        <p:spPr>
          <a:xfrm>
            <a:off x="623400" y="122400"/>
            <a:ext cx="696162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>
            <a:extLst>
              <a:ext uri="{FF2B5EF4-FFF2-40B4-BE49-F238E27FC236}">
                <a16:creationId xmlns:a16="http://schemas.microsoft.com/office/drawing/2014/main" id="{AD39E49E-72F3-FCD3-993B-0ED7F9DAA13F}"/>
              </a:ext>
            </a:extLst>
          </p:cNvPr>
          <p:cNvSpPr/>
          <p:nvPr/>
        </p:nvSpPr>
        <p:spPr>
          <a:xfrm>
            <a:off x="1919080" y="64470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" name="Diagramme 12">
            <a:extLst>
              <a:ext uri="{FF2B5EF4-FFF2-40B4-BE49-F238E27FC236}">
                <a16:creationId xmlns:a16="http://schemas.microsoft.com/office/drawing/2014/main" id="{B5B39857-DDF9-ACCF-D2F9-ECFD511E4B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8972331"/>
              </p:ext>
            </p:extLst>
          </p:nvPr>
        </p:nvGraphicFramePr>
        <p:xfrm>
          <a:off x="623400" y="1549653"/>
          <a:ext cx="7496433" cy="3154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ZoneTexte 13">
            <a:extLst>
              <a:ext uri="{FF2B5EF4-FFF2-40B4-BE49-F238E27FC236}">
                <a16:creationId xmlns:a16="http://schemas.microsoft.com/office/drawing/2014/main" id="{5D2B2CC9-A1F2-6872-3A2F-CD625C0B07A6}"/>
              </a:ext>
            </a:extLst>
          </p:cNvPr>
          <p:cNvSpPr txBox="1"/>
          <p:nvPr/>
        </p:nvSpPr>
        <p:spPr>
          <a:xfrm>
            <a:off x="2011045" y="878846"/>
            <a:ext cx="6192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chemeClr val="accent5"/>
                </a:solidFill>
              </a:rPr>
              <a:t> Exploration par l'utilisation de méthodes statistiques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46E6CB8-1F0B-84AA-3265-51B74D45654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tx1"/>
                </a:solidFill>
              </a:rPr>
              <a:t>9</a:t>
            </a:fld>
            <a:endParaRPr lang="fr-F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267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836603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912778" y="109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20801" y="62272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" name="Diagramme 11">
            <a:extLst>
              <a:ext uri="{FF2B5EF4-FFF2-40B4-BE49-F238E27FC236}">
                <a16:creationId xmlns:a16="http://schemas.microsoft.com/office/drawing/2014/main" id="{2BD9B9D6-6A23-ADD4-215B-C9AEAF58C3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2782755"/>
              </p:ext>
            </p:extLst>
          </p:nvPr>
        </p:nvGraphicFramePr>
        <p:xfrm>
          <a:off x="1985319" y="1459301"/>
          <a:ext cx="4716162" cy="3077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BCB2017F-92DF-FCC9-B7F1-A8801F212EE6}"/>
              </a:ext>
            </a:extLst>
          </p:cNvPr>
          <p:cNvSpPr txBox="1"/>
          <p:nvPr/>
        </p:nvSpPr>
        <p:spPr>
          <a:xfrm>
            <a:off x="1589904" y="836603"/>
            <a:ext cx="6374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lt"/>
              </a:rPr>
              <a:t> Analyse des ventes en CA:  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Chiffre d’affaires total et par article</a:t>
            </a:r>
            <a:endParaRPr lang="fr-FR" sz="1600" b="1" i="0" dirty="0">
              <a:solidFill>
                <a:schemeClr val="accent5">
                  <a:lumMod val="75000"/>
                </a:schemeClr>
              </a:solidFill>
              <a:effectLst/>
              <a:latin typeface="+mn-lt"/>
            </a:endParaRPr>
          </a:p>
        </p:txBody>
      </p:sp>
      <p:pic>
        <p:nvPicPr>
          <p:cNvPr id="9" name="Image 8" descr="Une image contenant ligne, Tracé, texte, Police&#10;&#10;Le contenu généré par l’IA peut être incorrect.">
            <a:extLst>
              <a:ext uri="{FF2B5EF4-FFF2-40B4-BE49-F238E27FC236}">
                <a16:creationId xmlns:a16="http://schemas.microsoft.com/office/drawing/2014/main" id="{40E8B88A-6CC8-4621-15FF-D1C5417AD3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234" y="2051223"/>
            <a:ext cx="8392018" cy="2509064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F9A2DF1-D5BF-E0DD-E94B-95EBCCBAD1E3}"/>
              </a:ext>
            </a:extLst>
          </p:cNvPr>
          <p:cNvSpPr txBox="1"/>
          <p:nvPr/>
        </p:nvSpPr>
        <p:spPr>
          <a:xfrm>
            <a:off x="2434281" y="4560287"/>
            <a:ext cx="47161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Classement des articles selon leur chiffre d’affaires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9B7A0B2-62AD-CC26-B9DC-A7F02DA015D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tx1"/>
                </a:solidFill>
              </a:rPr>
              <a:t>10</a:t>
            </a:fld>
            <a:endParaRPr lang="fr-FR" sz="1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6F16098C-35D4-2B71-06B3-A421F853B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5CC2E941-09A8-BF6C-C03A-42F770F8F624}"/>
              </a:ext>
            </a:extLst>
          </p:cNvPr>
          <p:cNvSpPr/>
          <p:nvPr/>
        </p:nvSpPr>
        <p:spPr>
          <a:xfrm>
            <a:off x="0" y="0"/>
            <a:ext cx="9144000" cy="836603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3EA11319-CDAE-D0F1-50CA-54274BEABA8D}"/>
              </a:ext>
            </a:extLst>
          </p:cNvPr>
          <p:cNvSpPr txBox="1"/>
          <p:nvPr/>
        </p:nvSpPr>
        <p:spPr>
          <a:xfrm>
            <a:off x="912778" y="109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C13A8622-F0F3-1F79-4726-DCC4267F4F32}"/>
              </a:ext>
            </a:extLst>
          </p:cNvPr>
          <p:cNvSpPr/>
          <p:nvPr/>
        </p:nvSpPr>
        <p:spPr>
          <a:xfrm>
            <a:off x="1020801" y="62272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44E940A-50A3-A07E-5020-BA5346F19445}"/>
              </a:ext>
            </a:extLst>
          </p:cNvPr>
          <p:cNvSpPr txBox="1"/>
          <p:nvPr/>
        </p:nvSpPr>
        <p:spPr>
          <a:xfrm>
            <a:off x="2013121" y="836603"/>
            <a:ext cx="51177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lt"/>
              </a:rPr>
              <a:t> Analyse des ventes en CA </a:t>
            </a:r>
            <a:r>
              <a:rPr lang="fr-FR" sz="1600" i="0" dirty="0">
                <a:solidFill>
                  <a:schemeClr val="accent5">
                    <a:lumMod val="75000"/>
                  </a:schemeClr>
                </a:solidFill>
                <a:effectLst/>
                <a:latin typeface="+mn-lt"/>
              </a:rPr>
              <a:t>: </a:t>
            </a:r>
            <a:r>
              <a:rPr lang="fr-FR" sz="16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Analyse 20/80 du CA</a:t>
            </a:r>
          </a:p>
        </p:txBody>
      </p:sp>
      <p:graphicFrame>
        <p:nvGraphicFramePr>
          <p:cNvPr id="17" name="Diagramme 16">
            <a:extLst>
              <a:ext uri="{FF2B5EF4-FFF2-40B4-BE49-F238E27FC236}">
                <a16:creationId xmlns:a16="http://schemas.microsoft.com/office/drawing/2014/main" id="{CAD36D7A-541F-1620-2043-FA11E28069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636787"/>
              </p:ext>
            </p:extLst>
          </p:nvPr>
        </p:nvGraphicFramePr>
        <p:xfrm>
          <a:off x="321276" y="1433385"/>
          <a:ext cx="8361405" cy="34351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978B9D9-6F7D-E04D-6834-85D05B4EAA2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33191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tx1"/>
                </a:solidFill>
              </a:rPr>
              <a:t>11</a:t>
            </a:fld>
            <a:endParaRPr lang="fr-F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625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BE1E66F0-EFF1-2F8F-C7A2-12F9FE23B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0452B6DC-5CA9-C5E0-78C9-25EA2A56FD0D}"/>
              </a:ext>
            </a:extLst>
          </p:cNvPr>
          <p:cNvSpPr/>
          <p:nvPr/>
        </p:nvSpPr>
        <p:spPr>
          <a:xfrm>
            <a:off x="0" y="0"/>
            <a:ext cx="9144000" cy="836603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D11D5B4C-9A37-54CA-28E8-8B70FEAB25E1}"/>
              </a:ext>
            </a:extLst>
          </p:cNvPr>
          <p:cNvSpPr txBox="1"/>
          <p:nvPr/>
        </p:nvSpPr>
        <p:spPr>
          <a:xfrm>
            <a:off x="912778" y="109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B9886310-EE6C-207E-D42B-FE923344330D}"/>
              </a:ext>
            </a:extLst>
          </p:cNvPr>
          <p:cNvSpPr/>
          <p:nvPr/>
        </p:nvSpPr>
        <p:spPr>
          <a:xfrm>
            <a:off x="1020801" y="62272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0D21724-3467-BF4C-3FBF-72C803FA9387}"/>
              </a:ext>
            </a:extLst>
          </p:cNvPr>
          <p:cNvSpPr txBox="1"/>
          <p:nvPr/>
        </p:nvSpPr>
        <p:spPr>
          <a:xfrm>
            <a:off x="1415079" y="945703"/>
            <a:ext cx="75159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lt"/>
              </a:rPr>
              <a:t> 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Analyse des ventes en quantité: les 20 premiers articles en quantité</a:t>
            </a:r>
            <a:endParaRPr lang="fr-FR" sz="1600" b="1" i="0" dirty="0">
              <a:solidFill>
                <a:schemeClr val="accent5">
                  <a:lumMod val="75000"/>
                </a:schemeClr>
              </a:solidFill>
              <a:effectLst/>
              <a:latin typeface="+mn-l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5F41348-85D9-7A16-66F0-E64266B329FF}"/>
              </a:ext>
            </a:extLst>
          </p:cNvPr>
          <p:cNvSpPr txBox="1"/>
          <p:nvPr/>
        </p:nvSpPr>
        <p:spPr>
          <a:xfrm>
            <a:off x="2946803" y="4613088"/>
            <a:ext cx="47161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Top 20 des articles par quantité vendue</a:t>
            </a:r>
          </a:p>
        </p:txBody>
      </p:sp>
      <p:pic>
        <p:nvPicPr>
          <p:cNvPr id="7" name="Image 6" descr="Une image contenant capture d’écran, Bleu électrique, ligne, Police&#10;&#10;Le contenu généré par l’IA peut être incorrect.">
            <a:extLst>
              <a:ext uri="{FF2B5EF4-FFF2-40B4-BE49-F238E27FC236}">
                <a16:creationId xmlns:a16="http://schemas.microsoft.com/office/drawing/2014/main" id="{CA218B61-E767-2E34-DA06-79A55DDE0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41" y="1408670"/>
            <a:ext cx="8608540" cy="3080005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6FC661A-1C26-F5E6-7794-213EC946AE5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tx1"/>
                </a:solidFill>
              </a:rPr>
              <a:t>12</a:t>
            </a:fld>
            <a:endParaRPr lang="fr-F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504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47F26D20-812B-3F4B-D9F5-8209E3CA2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FCBF087D-C35A-E695-487B-EA913E85D8CE}"/>
              </a:ext>
            </a:extLst>
          </p:cNvPr>
          <p:cNvSpPr/>
          <p:nvPr/>
        </p:nvSpPr>
        <p:spPr>
          <a:xfrm>
            <a:off x="0" y="0"/>
            <a:ext cx="9144000" cy="836603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7B183559-930F-078E-3025-B4E7B28CA314}"/>
              </a:ext>
            </a:extLst>
          </p:cNvPr>
          <p:cNvSpPr txBox="1"/>
          <p:nvPr/>
        </p:nvSpPr>
        <p:spPr>
          <a:xfrm>
            <a:off x="912778" y="109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805B13F0-3636-F51A-5734-E28B2A23DBB3}"/>
              </a:ext>
            </a:extLst>
          </p:cNvPr>
          <p:cNvSpPr/>
          <p:nvPr/>
        </p:nvSpPr>
        <p:spPr>
          <a:xfrm>
            <a:off x="1020801" y="62272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29EF98F-BBC7-3978-1316-2A62B1D5E30D}"/>
              </a:ext>
            </a:extLst>
          </p:cNvPr>
          <p:cNvSpPr txBox="1"/>
          <p:nvPr/>
        </p:nvSpPr>
        <p:spPr>
          <a:xfrm>
            <a:off x="912778" y="935190"/>
            <a:ext cx="71191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lt"/>
              </a:rPr>
              <a:t> 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Analyse des ventes en quantité: Analyse 20/80 des ventes en quantité </a:t>
            </a:r>
            <a:endParaRPr lang="fr-FR" sz="1600" b="1" i="0" dirty="0">
              <a:solidFill>
                <a:schemeClr val="accent5">
                  <a:lumMod val="75000"/>
                </a:schemeClr>
              </a:solidFill>
              <a:effectLst/>
              <a:latin typeface="+mn-lt"/>
            </a:endParaRP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58410E68-8564-EEFE-D456-AFCBA21BA1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6742378"/>
              </p:ext>
            </p:extLst>
          </p:nvPr>
        </p:nvGraphicFramePr>
        <p:xfrm>
          <a:off x="135924" y="1441023"/>
          <a:ext cx="8872151" cy="34351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31F7FEA-5DB4-38CD-DD93-01FFF1A6B0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tx1"/>
                </a:solidFill>
              </a:rPr>
              <a:t>13</a:t>
            </a:fld>
            <a:endParaRPr lang="fr-F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274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58587F3D-83EE-BFE0-5368-60D865EA8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9EA5C891-B7B8-655B-AF4E-04F17A1AFC53}"/>
              </a:ext>
            </a:extLst>
          </p:cNvPr>
          <p:cNvSpPr/>
          <p:nvPr/>
        </p:nvSpPr>
        <p:spPr>
          <a:xfrm>
            <a:off x="0" y="0"/>
            <a:ext cx="9144000" cy="836603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7A1C5E29-7657-32EE-01D3-E89D918B0DAA}"/>
              </a:ext>
            </a:extLst>
          </p:cNvPr>
          <p:cNvSpPr txBox="1"/>
          <p:nvPr/>
        </p:nvSpPr>
        <p:spPr>
          <a:xfrm>
            <a:off x="912778" y="109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E7A1CEDB-2719-486E-118B-B5FDA6A9D889}"/>
              </a:ext>
            </a:extLst>
          </p:cNvPr>
          <p:cNvSpPr/>
          <p:nvPr/>
        </p:nvSpPr>
        <p:spPr>
          <a:xfrm>
            <a:off x="1020801" y="62272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9F68573-3214-DA08-33FD-E0467A5A6761}"/>
              </a:ext>
            </a:extLst>
          </p:cNvPr>
          <p:cNvSpPr txBox="1"/>
          <p:nvPr/>
        </p:nvSpPr>
        <p:spPr>
          <a:xfrm>
            <a:off x="230659" y="945703"/>
            <a:ext cx="8913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lt"/>
              </a:rPr>
              <a:t> 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Analyse des stocks : 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Flop 20 des produits avec le plus grand nombre de mois de stock </a:t>
            </a:r>
            <a:endParaRPr lang="fr-FR" sz="1600" b="1" i="0" dirty="0">
              <a:solidFill>
                <a:schemeClr val="accent5">
                  <a:lumMod val="75000"/>
                </a:schemeClr>
              </a:solidFill>
              <a:effectLst/>
              <a:latin typeface="+mn-lt"/>
            </a:endParaRPr>
          </a:p>
        </p:txBody>
      </p:sp>
      <p:pic>
        <p:nvPicPr>
          <p:cNvPr id="3" name="Image 2" descr="Une image contenant capture d’écran, Bleu électrique, Tracé, ligne&#10;&#10;Le contenu généré par l’IA peut être incorrect.">
            <a:extLst>
              <a:ext uri="{FF2B5EF4-FFF2-40B4-BE49-F238E27FC236}">
                <a16:creationId xmlns:a16="http://schemas.microsoft.com/office/drawing/2014/main" id="{6543AA4D-C3CE-25B8-7814-3F42A3E1A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" y="1412262"/>
            <a:ext cx="8486190" cy="278553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C65DC24-B27D-5074-C3DD-5BC8D324F887}"/>
              </a:ext>
            </a:extLst>
          </p:cNvPr>
          <p:cNvSpPr txBox="1"/>
          <p:nvPr/>
        </p:nvSpPr>
        <p:spPr>
          <a:xfrm>
            <a:off x="1198794" y="4232551"/>
            <a:ext cx="5412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Classement des 20 produits ayant le stock le plus élevé (en mois) 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FA40E2C-791C-6583-496A-FD1933FAED0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tx1"/>
                </a:solidFill>
              </a:rPr>
              <a:t>14</a:t>
            </a:fld>
            <a:endParaRPr lang="fr-FR" sz="1400" b="1">
              <a:solidFill>
                <a:schemeClr val="tx1"/>
              </a:solidFill>
            </a:endParaRP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26254A77-7CEA-DA48-E7CF-2C6929E87386}"/>
              </a:ext>
            </a:extLst>
          </p:cNvPr>
          <p:cNvCxnSpPr>
            <a:cxnSpLocks/>
          </p:cNvCxnSpPr>
          <p:nvPr/>
        </p:nvCxnSpPr>
        <p:spPr>
          <a:xfrm>
            <a:off x="561141" y="3370136"/>
            <a:ext cx="792971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82E3312A-7117-3DD7-A97D-58E3774A6E2A}"/>
              </a:ext>
            </a:extLst>
          </p:cNvPr>
          <p:cNvSpPr txBox="1"/>
          <p:nvPr/>
        </p:nvSpPr>
        <p:spPr>
          <a:xfrm>
            <a:off x="8363087" y="2981820"/>
            <a:ext cx="727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/>
              <a:t>la durée</a:t>
            </a:r>
          </a:p>
          <a:p>
            <a:pPr algn="ctr"/>
            <a:r>
              <a:rPr lang="fr-FR" sz="800" dirty="0"/>
              <a:t> moyenne: </a:t>
            </a:r>
          </a:p>
          <a:p>
            <a:pPr algn="ctr"/>
            <a:r>
              <a:rPr lang="fr-FR" sz="800" b="1" dirty="0"/>
              <a:t>3,7mois</a:t>
            </a:r>
            <a:r>
              <a:rPr lang="fr-FR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70910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50B419E1-14B4-BEC1-38BB-DD5295F85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9FA0C9E1-1F84-E328-DC95-4E629FC263BB}"/>
              </a:ext>
            </a:extLst>
          </p:cNvPr>
          <p:cNvSpPr/>
          <p:nvPr/>
        </p:nvSpPr>
        <p:spPr>
          <a:xfrm>
            <a:off x="0" y="0"/>
            <a:ext cx="9144000" cy="836603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9BBA942A-6D8F-1134-B2E7-3C00C134A7E6}"/>
              </a:ext>
            </a:extLst>
          </p:cNvPr>
          <p:cNvSpPr txBox="1"/>
          <p:nvPr/>
        </p:nvSpPr>
        <p:spPr>
          <a:xfrm>
            <a:off x="912778" y="109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50F16641-8D8C-1836-FA22-48B40C5929A0}"/>
              </a:ext>
            </a:extLst>
          </p:cNvPr>
          <p:cNvSpPr/>
          <p:nvPr/>
        </p:nvSpPr>
        <p:spPr>
          <a:xfrm>
            <a:off x="1020801" y="62272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B17A999-DC12-450E-52D0-9180DAFD305F}"/>
              </a:ext>
            </a:extLst>
          </p:cNvPr>
          <p:cNvSpPr txBox="1"/>
          <p:nvPr/>
        </p:nvSpPr>
        <p:spPr>
          <a:xfrm>
            <a:off x="362465" y="940601"/>
            <a:ext cx="86414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lt"/>
              </a:rPr>
              <a:t> 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Analyse des stocks: Valorisation des stocks en euros et nombre de produits en stock </a:t>
            </a:r>
            <a:endParaRPr lang="fr-FR" sz="1600" b="1" i="0" dirty="0">
              <a:solidFill>
                <a:schemeClr val="accent5">
                  <a:lumMod val="75000"/>
                </a:schemeClr>
              </a:solidFill>
              <a:effectLst/>
              <a:latin typeface="+mn-lt"/>
            </a:endParaRPr>
          </a:p>
        </p:txBody>
      </p:sp>
      <p:graphicFrame>
        <p:nvGraphicFramePr>
          <p:cNvPr id="13" name="Diagramme 12">
            <a:extLst>
              <a:ext uri="{FF2B5EF4-FFF2-40B4-BE49-F238E27FC236}">
                <a16:creationId xmlns:a16="http://schemas.microsoft.com/office/drawing/2014/main" id="{16908707-32F8-8BDB-F3C5-3E47F9EE4B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7215124"/>
              </p:ext>
            </p:extLst>
          </p:nvPr>
        </p:nvGraphicFramePr>
        <p:xfrm>
          <a:off x="225508" y="1493190"/>
          <a:ext cx="8552935" cy="1878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DFD5654-E0BB-37CA-3DED-E6D5AFE3208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tx1"/>
                </a:solidFill>
              </a:rPr>
              <a:t>15</a:t>
            </a:fld>
            <a:endParaRPr lang="fr-FR" sz="1400" b="1">
              <a:solidFill>
                <a:schemeClr val="tx1"/>
              </a:solidFill>
            </a:endParaRPr>
          </a:p>
        </p:txBody>
      </p:sp>
      <p:sp>
        <p:nvSpPr>
          <p:cNvPr id="10" name="Flèche : bas 9">
            <a:extLst>
              <a:ext uri="{FF2B5EF4-FFF2-40B4-BE49-F238E27FC236}">
                <a16:creationId xmlns:a16="http://schemas.microsoft.com/office/drawing/2014/main" id="{ABB8328A-C67A-58AB-14F1-506A30CAD074}"/>
              </a:ext>
            </a:extLst>
          </p:cNvPr>
          <p:cNvSpPr/>
          <p:nvPr/>
        </p:nvSpPr>
        <p:spPr>
          <a:xfrm>
            <a:off x="4511187" y="3372028"/>
            <a:ext cx="661891" cy="724784"/>
          </a:xfrm>
          <a:prstGeom prst="down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C0279EA-4FC1-14B1-BFFA-C8EBB143AE7C}"/>
              </a:ext>
            </a:extLst>
          </p:cNvPr>
          <p:cNvSpPr txBox="1"/>
          <p:nvPr/>
        </p:nvSpPr>
        <p:spPr>
          <a:xfrm>
            <a:off x="61421" y="4220665"/>
            <a:ext cx="90211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8750" indent="0" algn="ctr">
              <a:buNone/>
            </a:pPr>
            <a:r>
              <a:rPr lang="fr-FR" dirty="0"/>
              <a:t>Une valeur de stock aussi importante souligne la nécessité d’une meilleure gestion des stocks, en particulier pour les produits à faible rotation, afin de réduire les coûts  et d’améliorer les ressources financières.</a:t>
            </a:r>
          </a:p>
          <a:p>
            <a:pPr marL="158750" indent="0" algn="ctr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8735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093F13B9-F603-33BC-016F-3A2A0E3FC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C39256DF-11AC-4DD6-D61C-06A0D8BA3416}"/>
              </a:ext>
            </a:extLst>
          </p:cNvPr>
          <p:cNvSpPr/>
          <p:nvPr/>
        </p:nvSpPr>
        <p:spPr>
          <a:xfrm>
            <a:off x="0" y="0"/>
            <a:ext cx="9144000" cy="836603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1EBB7E4C-BAC1-97A1-1920-3FC32A1CF5A6}"/>
              </a:ext>
            </a:extLst>
          </p:cNvPr>
          <p:cNvSpPr txBox="1"/>
          <p:nvPr/>
        </p:nvSpPr>
        <p:spPr>
          <a:xfrm>
            <a:off x="912778" y="109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4CFC4EB0-2DDE-66C2-4BF7-27583BB92987}"/>
              </a:ext>
            </a:extLst>
          </p:cNvPr>
          <p:cNvSpPr/>
          <p:nvPr/>
        </p:nvSpPr>
        <p:spPr>
          <a:xfrm>
            <a:off x="1020801" y="62272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77D030D-DC4D-E710-A627-45537756C0FC}"/>
              </a:ext>
            </a:extLst>
          </p:cNvPr>
          <p:cNvSpPr txBox="1"/>
          <p:nvPr/>
        </p:nvSpPr>
        <p:spPr>
          <a:xfrm>
            <a:off x="3262721" y="894401"/>
            <a:ext cx="32430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dirty="0">
                <a:solidFill>
                  <a:schemeClr val="accent5">
                    <a:lumMod val="75000"/>
                  </a:schemeClr>
                </a:solidFill>
                <a:effectLst/>
                <a:latin typeface="+mj-lt"/>
              </a:rPr>
              <a:t> 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  <a:latin typeface="+mj-lt"/>
              </a:rPr>
              <a:t> Analyse du taux de marge</a:t>
            </a:r>
            <a:endParaRPr lang="fr-FR" sz="1600" b="1" i="0" dirty="0">
              <a:solidFill>
                <a:schemeClr val="accent5">
                  <a:lumMod val="75000"/>
                </a:schemeClr>
              </a:solidFill>
              <a:effectLst/>
              <a:latin typeface="+mj-lt"/>
            </a:endParaRPr>
          </a:p>
        </p:txBody>
      </p:sp>
      <p:graphicFrame>
        <p:nvGraphicFramePr>
          <p:cNvPr id="15" name="Diagramme 14">
            <a:extLst>
              <a:ext uri="{FF2B5EF4-FFF2-40B4-BE49-F238E27FC236}">
                <a16:creationId xmlns:a16="http://schemas.microsoft.com/office/drawing/2014/main" id="{90A433B6-5FED-AAB2-2CF6-054420E991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3548025"/>
              </p:ext>
            </p:extLst>
          </p:nvPr>
        </p:nvGraphicFramePr>
        <p:xfrm>
          <a:off x="0" y="1432926"/>
          <a:ext cx="9144000" cy="726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4" name="Groupe 13">
            <a:extLst>
              <a:ext uri="{FF2B5EF4-FFF2-40B4-BE49-F238E27FC236}">
                <a16:creationId xmlns:a16="http://schemas.microsoft.com/office/drawing/2014/main" id="{7A432E18-9D4C-05D5-A356-E20D781AFA9E}"/>
              </a:ext>
            </a:extLst>
          </p:cNvPr>
          <p:cNvGrpSpPr/>
          <p:nvPr/>
        </p:nvGrpSpPr>
        <p:grpSpPr>
          <a:xfrm rot="5400000">
            <a:off x="4520177" y="2424064"/>
            <a:ext cx="415898" cy="312253"/>
            <a:chOff x="5059045" y="262174"/>
            <a:chExt cx="266926" cy="312253"/>
          </a:xfrm>
          <a:solidFill>
            <a:schemeClr val="accent5"/>
          </a:solidFill>
          <a:scene3d>
            <a:camera prst="orthographicFront"/>
            <a:lightRig rig="flat" dir="t"/>
          </a:scene3d>
        </p:grpSpPr>
        <p:sp>
          <p:nvSpPr>
            <p:cNvPr id="16" name="Flèche : droite 15">
              <a:extLst>
                <a:ext uri="{FF2B5EF4-FFF2-40B4-BE49-F238E27FC236}">
                  <a16:creationId xmlns:a16="http://schemas.microsoft.com/office/drawing/2014/main" id="{E6DC82A1-B611-E09F-3648-6AC05926E6CC}"/>
                </a:ext>
              </a:extLst>
            </p:cNvPr>
            <p:cNvSpPr/>
            <p:nvPr/>
          </p:nvSpPr>
          <p:spPr>
            <a:xfrm>
              <a:off x="5059045" y="262174"/>
              <a:ext cx="266926" cy="31225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7" name="Flèche : droite 4">
              <a:extLst>
                <a:ext uri="{FF2B5EF4-FFF2-40B4-BE49-F238E27FC236}">
                  <a16:creationId xmlns:a16="http://schemas.microsoft.com/office/drawing/2014/main" id="{C3487639-E7E3-DDD2-01FC-F377B272710A}"/>
                </a:ext>
              </a:extLst>
            </p:cNvPr>
            <p:cNvSpPr txBox="1"/>
            <p:nvPr/>
          </p:nvSpPr>
          <p:spPr>
            <a:xfrm>
              <a:off x="5059045" y="324625"/>
              <a:ext cx="186848" cy="187351"/>
            </a:xfrm>
            <a:prstGeom prst="rect">
              <a:avLst/>
            </a:prstGeom>
            <a:grpFill/>
            <a:sp3d z="-800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fr-FR" sz="1200" kern="1200" dirty="0">
                <a:latin typeface="+mn-lt"/>
              </a:endParaRP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5A8C0861-98F8-0E39-5E62-1FE66FAA7EED}"/>
              </a:ext>
            </a:extLst>
          </p:cNvPr>
          <p:cNvGrpSpPr/>
          <p:nvPr/>
        </p:nvGrpSpPr>
        <p:grpSpPr>
          <a:xfrm rot="5400000">
            <a:off x="4546337" y="3533296"/>
            <a:ext cx="415898" cy="312253"/>
            <a:chOff x="5059045" y="262174"/>
            <a:chExt cx="266926" cy="312253"/>
          </a:xfrm>
          <a:solidFill>
            <a:schemeClr val="accent5"/>
          </a:solidFill>
          <a:scene3d>
            <a:camera prst="orthographicFront"/>
            <a:lightRig rig="flat" dir="t"/>
          </a:scene3d>
        </p:grpSpPr>
        <p:sp>
          <p:nvSpPr>
            <p:cNvPr id="20" name="Flèche : droite 19">
              <a:extLst>
                <a:ext uri="{FF2B5EF4-FFF2-40B4-BE49-F238E27FC236}">
                  <a16:creationId xmlns:a16="http://schemas.microsoft.com/office/drawing/2014/main" id="{7CB89154-5D62-3E5A-7031-8BEF38963797}"/>
                </a:ext>
              </a:extLst>
            </p:cNvPr>
            <p:cNvSpPr/>
            <p:nvPr/>
          </p:nvSpPr>
          <p:spPr>
            <a:xfrm>
              <a:off x="5059045" y="262174"/>
              <a:ext cx="266926" cy="31225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1" name="Flèche : droite 4">
              <a:extLst>
                <a:ext uri="{FF2B5EF4-FFF2-40B4-BE49-F238E27FC236}">
                  <a16:creationId xmlns:a16="http://schemas.microsoft.com/office/drawing/2014/main" id="{F81EA7E4-3BC8-EEB7-9BAC-77EDFBBEF997}"/>
                </a:ext>
              </a:extLst>
            </p:cNvPr>
            <p:cNvSpPr txBox="1"/>
            <p:nvPr/>
          </p:nvSpPr>
          <p:spPr>
            <a:xfrm>
              <a:off x="5059045" y="324625"/>
              <a:ext cx="186848" cy="187351"/>
            </a:xfrm>
            <a:prstGeom prst="rect">
              <a:avLst/>
            </a:prstGeom>
            <a:grpFill/>
            <a:sp3d z="-800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fr-FR" sz="1200" kern="1200">
                <a:latin typeface="+mn-lt"/>
              </a:endParaRPr>
            </a:p>
          </p:txBody>
        </p:sp>
      </p:grpSp>
      <p:graphicFrame>
        <p:nvGraphicFramePr>
          <p:cNvPr id="22" name="Diagramme 21">
            <a:extLst>
              <a:ext uri="{FF2B5EF4-FFF2-40B4-BE49-F238E27FC236}">
                <a16:creationId xmlns:a16="http://schemas.microsoft.com/office/drawing/2014/main" id="{253B6433-6896-FC8D-1A47-854B12FF31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9476494"/>
              </p:ext>
            </p:extLst>
          </p:nvPr>
        </p:nvGraphicFramePr>
        <p:xfrm>
          <a:off x="1138516" y="2756422"/>
          <a:ext cx="6797837" cy="5488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24" name="Diagramme 23">
            <a:extLst>
              <a:ext uri="{FF2B5EF4-FFF2-40B4-BE49-F238E27FC236}">
                <a16:creationId xmlns:a16="http://schemas.microsoft.com/office/drawing/2014/main" id="{B970BE0E-7C4C-F33D-3FAB-3A8304420C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104558"/>
              </p:ext>
            </p:extLst>
          </p:nvPr>
        </p:nvGraphicFramePr>
        <p:xfrm>
          <a:off x="1966171" y="3901565"/>
          <a:ext cx="4852087" cy="5488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pSp>
        <p:nvGrpSpPr>
          <p:cNvPr id="25" name="Groupe 24">
            <a:extLst>
              <a:ext uri="{FF2B5EF4-FFF2-40B4-BE49-F238E27FC236}">
                <a16:creationId xmlns:a16="http://schemas.microsoft.com/office/drawing/2014/main" id="{2506CDBC-CC4A-3172-0D0D-B301388EF30E}"/>
              </a:ext>
            </a:extLst>
          </p:cNvPr>
          <p:cNvGrpSpPr/>
          <p:nvPr/>
        </p:nvGrpSpPr>
        <p:grpSpPr>
          <a:xfrm rot="5400000">
            <a:off x="4546337" y="4779425"/>
            <a:ext cx="415898" cy="312253"/>
            <a:chOff x="5059045" y="262174"/>
            <a:chExt cx="266926" cy="312253"/>
          </a:xfrm>
          <a:solidFill>
            <a:schemeClr val="accent5"/>
          </a:solidFill>
          <a:scene3d>
            <a:camera prst="orthographicFront"/>
            <a:lightRig rig="flat" dir="t"/>
          </a:scene3d>
        </p:grpSpPr>
        <p:sp>
          <p:nvSpPr>
            <p:cNvPr id="26" name="Flèche : droite 25">
              <a:extLst>
                <a:ext uri="{FF2B5EF4-FFF2-40B4-BE49-F238E27FC236}">
                  <a16:creationId xmlns:a16="http://schemas.microsoft.com/office/drawing/2014/main" id="{B12B1403-892F-28D8-9FD4-A72AA206A51E}"/>
                </a:ext>
              </a:extLst>
            </p:cNvPr>
            <p:cNvSpPr/>
            <p:nvPr/>
          </p:nvSpPr>
          <p:spPr>
            <a:xfrm>
              <a:off x="5059045" y="262174"/>
              <a:ext cx="266926" cy="31225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Flèche : droite 4">
              <a:extLst>
                <a:ext uri="{FF2B5EF4-FFF2-40B4-BE49-F238E27FC236}">
                  <a16:creationId xmlns:a16="http://schemas.microsoft.com/office/drawing/2014/main" id="{FB0DBB05-CE8E-F05C-D3F4-6645D7DA6B00}"/>
                </a:ext>
              </a:extLst>
            </p:cNvPr>
            <p:cNvSpPr txBox="1"/>
            <p:nvPr/>
          </p:nvSpPr>
          <p:spPr>
            <a:xfrm>
              <a:off x="5059045" y="324625"/>
              <a:ext cx="186848" cy="187351"/>
            </a:xfrm>
            <a:prstGeom prst="rect">
              <a:avLst/>
            </a:prstGeom>
            <a:grpFill/>
            <a:sp3d z="-800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fr-FR" sz="1200" kern="1200">
                <a:latin typeface="+mn-lt"/>
              </a:endParaRPr>
            </a:p>
          </p:txBody>
        </p:sp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4C599F2-2D48-55F8-6031-F710B558500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tx1"/>
                </a:solidFill>
              </a:rPr>
              <a:t>16</a:t>
            </a:fld>
            <a:endParaRPr lang="fr-F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996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B07A0AAE-96C7-0322-569D-F4D0D6DEA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0BE7E017-7DA1-517B-A0E7-E57CCF605ED1}"/>
              </a:ext>
            </a:extLst>
          </p:cNvPr>
          <p:cNvSpPr/>
          <p:nvPr/>
        </p:nvSpPr>
        <p:spPr>
          <a:xfrm>
            <a:off x="0" y="0"/>
            <a:ext cx="9144000" cy="836603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BD978D4C-BFF1-C02C-F016-97A7FAEE933D}"/>
              </a:ext>
            </a:extLst>
          </p:cNvPr>
          <p:cNvSpPr txBox="1"/>
          <p:nvPr/>
        </p:nvSpPr>
        <p:spPr>
          <a:xfrm>
            <a:off x="912778" y="109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A7B3386A-A722-9672-A317-E67E63B7AF0E}"/>
              </a:ext>
            </a:extLst>
          </p:cNvPr>
          <p:cNvSpPr/>
          <p:nvPr/>
        </p:nvSpPr>
        <p:spPr>
          <a:xfrm>
            <a:off x="1020801" y="62272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5A4174E-3FC7-5697-C7B9-9A84A429E10E}"/>
              </a:ext>
            </a:extLst>
          </p:cNvPr>
          <p:cNvSpPr txBox="1"/>
          <p:nvPr/>
        </p:nvSpPr>
        <p:spPr>
          <a:xfrm>
            <a:off x="1020801" y="879024"/>
            <a:ext cx="7331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dirty="0">
                <a:solidFill>
                  <a:schemeClr val="accent5"/>
                </a:solidFill>
                <a:effectLst/>
                <a:latin typeface="+mn-lt"/>
              </a:rPr>
              <a:t> </a:t>
            </a:r>
            <a:r>
              <a:rPr lang="fr-FR" sz="1600" b="1" dirty="0">
                <a:solidFill>
                  <a:schemeClr val="accent5"/>
                </a:solidFill>
                <a:latin typeface="+mn-lt"/>
              </a:rPr>
              <a:t> Analyse du taux de marge: </a:t>
            </a:r>
            <a:r>
              <a:rPr lang="fr-FR" sz="1600" dirty="0">
                <a:solidFill>
                  <a:schemeClr val="accent5"/>
                </a:solidFill>
                <a:latin typeface="+mn-lt"/>
              </a:rPr>
              <a:t>Graphique du taux de marge par type de produit</a:t>
            </a:r>
            <a:endParaRPr lang="fr-FR" sz="1600" i="0" dirty="0">
              <a:solidFill>
                <a:schemeClr val="accent5"/>
              </a:solidFill>
              <a:effectLst/>
              <a:latin typeface="+mn-lt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F149F91-D6FC-9DC6-81B4-F8183370DCD9}"/>
              </a:ext>
            </a:extLst>
          </p:cNvPr>
          <p:cNvSpPr txBox="1"/>
          <p:nvPr/>
        </p:nvSpPr>
        <p:spPr>
          <a:xfrm>
            <a:off x="2931809" y="4706128"/>
            <a:ext cx="4720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Taux de marge moyen par type de produit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6607B2A-22F6-6A8A-1185-24058C45F3C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tx1"/>
                </a:solidFill>
              </a:rPr>
              <a:t>17</a:t>
            </a:fld>
            <a:endParaRPr lang="fr-FR" sz="1400" b="1">
              <a:solidFill>
                <a:schemeClr val="tx1"/>
              </a:solidFill>
            </a:endParaRPr>
          </a:p>
        </p:txBody>
      </p:sp>
      <p:pic>
        <p:nvPicPr>
          <p:cNvPr id="6" name="Image 5" descr="Une image contenant texte, Bleu électrique, Tracé, ligne&#10;&#10;Le contenu généré par l’IA peut être incorrect.">
            <a:extLst>
              <a:ext uri="{FF2B5EF4-FFF2-40B4-BE49-F238E27FC236}">
                <a16:creationId xmlns:a16="http://schemas.microsoft.com/office/drawing/2014/main" id="{08DF247F-5482-6858-FD2B-C422A75FB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1350230"/>
            <a:ext cx="8595360" cy="331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940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A9542C40-7772-F165-22DA-849857452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3D31F11E-49A6-1903-2D64-CEFD58838296}"/>
              </a:ext>
            </a:extLst>
          </p:cNvPr>
          <p:cNvSpPr/>
          <p:nvPr/>
        </p:nvSpPr>
        <p:spPr>
          <a:xfrm>
            <a:off x="0" y="0"/>
            <a:ext cx="9144000" cy="836603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E7F221A9-0E57-1808-A677-E1094CE1B9AE}"/>
              </a:ext>
            </a:extLst>
          </p:cNvPr>
          <p:cNvSpPr txBox="1"/>
          <p:nvPr/>
        </p:nvSpPr>
        <p:spPr>
          <a:xfrm>
            <a:off x="912778" y="109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9DDE0FAE-879D-F8CF-59C9-84EFC92070D3}"/>
              </a:ext>
            </a:extLst>
          </p:cNvPr>
          <p:cNvSpPr/>
          <p:nvPr/>
        </p:nvSpPr>
        <p:spPr>
          <a:xfrm>
            <a:off x="1020801" y="62272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1F4B85D-60C1-C5FC-ACD5-2C3092BBA94B}"/>
              </a:ext>
            </a:extLst>
          </p:cNvPr>
          <p:cNvSpPr txBox="1"/>
          <p:nvPr/>
        </p:nvSpPr>
        <p:spPr>
          <a:xfrm>
            <a:off x="675942" y="910743"/>
            <a:ext cx="7636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0" dirty="0">
                <a:solidFill>
                  <a:schemeClr val="accent5">
                    <a:lumMod val="75000"/>
                  </a:schemeClr>
                </a:solidFill>
                <a:effectLst/>
                <a:latin typeface="+mn-lt"/>
              </a:rPr>
              <a:t> 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 Analyse des corrélations entre les variables stock, sales et price : </a:t>
            </a:r>
            <a:r>
              <a:rPr lang="fr-FR" sz="16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heatmap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pic>
        <p:nvPicPr>
          <p:cNvPr id="4" name="Image 3" descr="Une image contenant texte, capture d’écran, diagramme, nombre&#10;&#10;Le contenu généré par l’IA peut être incorrect.">
            <a:extLst>
              <a:ext uri="{FF2B5EF4-FFF2-40B4-BE49-F238E27FC236}">
                <a16:creationId xmlns:a16="http://schemas.microsoft.com/office/drawing/2014/main" id="{71EDF17D-9FD9-DA57-1392-4E07A4CAD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151" y="1507554"/>
            <a:ext cx="6825049" cy="318804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0A0C011-EF52-A2E1-D45F-51161587FD9B}"/>
              </a:ext>
            </a:extLst>
          </p:cNvPr>
          <p:cNvSpPr txBox="1"/>
          <p:nvPr/>
        </p:nvSpPr>
        <p:spPr>
          <a:xfrm>
            <a:off x="2086232" y="4769737"/>
            <a:ext cx="56614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>
                <a:solidFill>
                  <a:schemeClr val="accent1">
                    <a:lumMod val="50000"/>
                  </a:schemeClr>
                </a:solidFill>
              </a:rPr>
              <a:t>Heatmap</a:t>
            </a: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 de corrélation entre le stock, les ventes et le prix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E557D28-D4AE-B5B8-F90C-27AAB9FD78D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26825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tx1"/>
                </a:solidFill>
              </a:rPr>
              <a:t>18</a:t>
            </a:fld>
            <a:endParaRPr lang="fr-FR" sz="1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285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EE988981-B4C4-3A91-E50F-674B5CBF5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61297B99-A561-E896-E1C9-F0AAA9AFDC2A}"/>
              </a:ext>
            </a:extLst>
          </p:cNvPr>
          <p:cNvSpPr/>
          <p:nvPr/>
        </p:nvSpPr>
        <p:spPr>
          <a:xfrm>
            <a:off x="0" y="0"/>
            <a:ext cx="9144000" cy="836603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6C9D3FB2-834D-EE9F-C649-8F2B448AAF3A}"/>
              </a:ext>
            </a:extLst>
          </p:cNvPr>
          <p:cNvSpPr txBox="1"/>
          <p:nvPr/>
        </p:nvSpPr>
        <p:spPr>
          <a:xfrm>
            <a:off x="912778" y="109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9EB0449A-BA12-3D64-9C97-011E89174BC8}"/>
              </a:ext>
            </a:extLst>
          </p:cNvPr>
          <p:cNvSpPr/>
          <p:nvPr/>
        </p:nvSpPr>
        <p:spPr>
          <a:xfrm>
            <a:off x="1020801" y="62272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E8BC613-8BB4-016E-8684-68475BA9B267}"/>
              </a:ext>
            </a:extLst>
          </p:cNvPr>
          <p:cNvSpPr txBox="1"/>
          <p:nvPr/>
        </p:nvSpPr>
        <p:spPr>
          <a:xfrm>
            <a:off x="912778" y="945703"/>
            <a:ext cx="70268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0" dirty="0">
                <a:solidFill>
                  <a:schemeClr val="accent5">
                    <a:lumMod val="75000"/>
                  </a:schemeClr>
                </a:solidFill>
                <a:effectLst/>
                <a:latin typeface="+mn-lt"/>
              </a:rPr>
              <a:t> </a:t>
            </a:r>
            <a:r>
              <a:rPr lang="fr-FR" b="1" dirty="0">
                <a:solidFill>
                  <a:schemeClr val="accent5">
                    <a:lumMod val="75000"/>
                  </a:schemeClr>
                </a:solidFill>
              </a:rPr>
              <a:t> Analyse des corrélations entre les variables stock, sales et price : </a:t>
            </a: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demi </a:t>
            </a:r>
            <a:r>
              <a:rPr lang="fr-FR" dirty="0" err="1">
                <a:solidFill>
                  <a:schemeClr val="accent5">
                    <a:lumMod val="75000"/>
                  </a:schemeClr>
                </a:solidFill>
              </a:rPr>
              <a:t>heatmap</a:t>
            </a:r>
            <a:endParaRPr lang="fr-FR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" name="Image 2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602D90D9-F186-4591-582F-FD6C528CF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195" y="1529325"/>
            <a:ext cx="6238449" cy="310205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63667D2-2EB3-F60E-5021-D44393195412}"/>
              </a:ext>
            </a:extLst>
          </p:cNvPr>
          <p:cNvSpPr txBox="1"/>
          <p:nvPr/>
        </p:nvSpPr>
        <p:spPr>
          <a:xfrm>
            <a:off x="1392195" y="4718175"/>
            <a:ext cx="6128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>
                <a:solidFill>
                  <a:schemeClr val="accent1">
                    <a:lumMod val="50000"/>
                  </a:schemeClr>
                </a:solidFill>
              </a:rPr>
              <a:t>Heatmap</a:t>
            </a: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 de corrélation entre le stock, les ventes et le prix(demi-matrice)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2012315-99A6-8573-8E2F-50913A210E9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9900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tx1"/>
                </a:solidFill>
              </a:rPr>
              <a:t>19</a:t>
            </a:fld>
            <a:endParaRPr lang="fr-FR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349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896CB37F-426C-989D-6FB8-88B4786A6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>
            <a:extLst>
              <a:ext uri="{FF2B5EF4-FFF2-40B4-BE49-F238E27FC236}">
                <a16:creationId xmlns:a16="http://schemas.microsoft.com/office/drawing/2014/main" id="{BBDBE731-6656-4BC9-881D-F0EFBC8A05E0}"/>
              </a:ext>
            </a:extLst>
          </p:cNvPr>
          <p:cNvSpPr/>
          <p:nvPr/>
        </p:nvSpPr>
        <p:spPr>
          <a:xfrm>
            <a:off x="0" y="0"/>
            <a:ext cx="9144000" cy="94295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>
            <a:extLst>
              <a:ext uri="{FF2B5EF4-FFF2-40B4-BE49-F238E27FC236}">
                <a16:creationId xmlns:a16="http://schemas.microsoft.com/office/drawing/2014/main" id="{2546148E-CB1B-253A-0689-EF9C0CEAEFBD}"/>
              </a:ext>
            </a:extLst>
          </p:cNvPr>
          <p:cNvSpPr txBox="1"/>
          <p:nvPr/>
        </p:nvSpPr>
        <p:spPr>
          <a:xfrm>
            <a:off x="1406271" y="0"/>
            <a:ext cx="703751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 dirty="0"/>
          </a:p>
        </p:txBody>
      </p:sp>
      <p:sp>
        <p:nvSpPr>
          <p:cNvPr id="105" name="Google Shape;105;g13f9e8f1567_0_7">
            <a:extLst>
              <a:ext uri="{FF2B5EF4-FFF2-40B4-BE49-F238E27FC236}">
                <a16:creationId xmlns:a16="http://schemas.microsoft.com/office/drawing/2014/main" id="{AE076E2D-4BA4-2AEF-5E16-3762E6ADE463}"/>
              </a:ext>
            </a:extLst>
          </p:cNvPr>
          <p:cNvSpPr/>
          <p:nvPr/>
        </p:nvSpPr>
        <p:spPr>
          <a:xfrm>
            <a:off x="1572348" y="577996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" name="Diagramme 11">
            <a:extLst>
              <a:ext uri="{FF2B5EF4-FFF2-40B4-BE49-F238E27FC236}">
                <a16:creationId xmlns:a16="http://schemas.microsoft.com/office/drawing/2014/main" id="{F1ED6467-C97E-8515-7346-CAA566FB8B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8514977"/>
              </p:ext>
            </p:extLst>
          </p:nvPr>
        </p:nvGraphicFramePr>
        <p:xfrm>
          <a:off x="313040" y="1377695"/>
          <a:ext cx="8526160" cy="35402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05F0826-339A-D1F0-DF31-61A6B91765F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95300" y="4742974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 smtClean="0">
                <a:solidFill>
                  <a:schemeClr val="tx1"/>
                </a:solidFill>
              </a:rPr>
              <a:t>20</a:t>
            </a:fld>
            <a:endParaRPr lang="fr-FR" sz="1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077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3D19DDF-8B0F-B5AD-782E-4E1042BC4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>
            <a:extLst>
              <a:ext uri="{FF2B5EF4-FFF2-40B4-BE49-F238E27FC236}">
                <a16:creationId xmlns:a16="http://schemas.microsoft.com/office/drawing/2014/main" id="{B264E481-BCE2-2260-DF14-013A99FCB58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>
            <a:extLst>
              <a:ext uri="{FF2B5EF4-FFF2-40B4-BE49-F238E27FC236}">
                <a16:creationId xmlns:a16="http://schemas.microsoft.com/office/drawing/2014/main" id="{B9ED64CE-6FA4-86ED-FDC6-94F74F4304A5}"/>
              </a:ext>
            </a:extLst>
          </p:cNvPr>
          <p:cNvSpPr txBox="1"/>
          <p:nvPr/>
        </p:nvSpPr>
        <p:spPr>
          <a:xfrm>
            <a:off x="632832" y="1754659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 lnSpcReduction="10000"/>
          </a:bodyPr>
          <a:lstStyle/>
          <a:p>
            <a:pPr algn="ctr">
              <a:buSzPct val="100000"/>
            </a:pPr>
            <a:r>
              <a:rPr lang="fr-FR" sz="5400" b="1" dirty="0">
                <a:solidFill>
                  <a:schemeClr val="bg1"/>
                </a:solidFill>
              </a:rPr>
              <a:t>Merci </a:t>
            </a:r>
          </a:p>
        </p:txBody>
      </p:sp>
    </p:spTree>
    <p:extLst>
      <p:ext uri="{BB962C8B-B14F-4D97-AF65-F5344CB8AC3E}">
        <p14:creationId xmlns:p14="http://schemas.microsoft.com/office/powerpoint/2010/main" val="4068969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1A4A215A-A9C4-1FA3-D87B-766D042B4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B32067E2-A39C-6DAB-93A8-CFB4162A5751}"/>
              </a:ext>
            </a:extLst>
          </p:cNvPr>
          <p:cNvSpPr/>
          <p:nvPr/>
        </p:nvSpPr>
        <p:spPr>
          <a:xfrm>
            <a:off x="0" y="0"/>
            <a:ext cx="9144000" cy="836603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19DA8799-DE11-BCC9-1CCC-9A8533EE8F39}"/>
              </a:ext>
            </a:extLst>
          </p:cNvPr>
          <p:cNvSpPr txBox="1"/>
          <p:nvPr/>
        </p:nvSpPr>
        <p:spPr>
          <a:xfrm>
            <a:off x="912778" y="109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buSzPts val="2500"/>
            </a:pPr>
            <a:r>
              <a:rPr lang="fr-FR" sz="2800" dirty="0">
                <a:solidFill>
                  <a:schemeClr val="bg1"/>
                </a:solidFill>
              </a:rPr>
              <a:t>Annexe</a:t>
            </a:r>
            <a:endParaRPr lang="fr" sz="2500" b="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BCA94E3F-6439-4EA6-7D2C-0221E438089B}"/>
              </a:ext>
            </a:extLst>
          </p:cNvPr>
          <p:cNvSpPr/>
          <p:nvPr/>
        </p:nvSpPr>
        <p:spPr>
          <a:xfrm>
            <a:off x="1020801" y="62272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44D4FE7-AB09-7671-0AD3-30132A0B6FEE}"/>
              </a:ext>
            </a:extLst>
          </p:cNvPr>
          <p:cNvSpPr txBox="1"/>
          <p:nvPr/>
        </p:nvSpPr>
        <p:spPr>
          <a:xfrm>
            <a:off x="0" y="945703"/>
            <a:ext cx="51480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100"/>
            </a:pPr>
            <a:r>
              <a:rPr lang="fr-FR" sz="1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Exploration par l'utilisation de méthodes statistiques (Page8)</a:t>
            </a:r>
            <a:endParaRPr lang="en-US" sz="1200" dirty="0">
              <a:latin typeface="+mn-lt"/>
            </a:endParaRPr>
          </a:p>
          <a:p>
            <a:pPr>
              <a:buSzPts val="1100"/>
            </a:pPr>
            <a:r>
              <a:rPr lang="en-US" sz="1200" dirty="0">
                <a:latin typeface="+mn-lt"/>
              </a:rPr>
              <a:t>Seuil prix sup = </a:t>
            </a:r>
            <a:r>
              <a:rPr lang="en-US" sz="1200" dirty="0" err="1">
                <a:latin typeface="+mn-lt"/>
              </a:rPr>
              <a:t>mean_price</a:t>
            </a:r>
            <a:r>
              <a:rPr lang="en-US" sz="1200" dirty="0">
                <a:latin typeface="+mn-lt"/>
              </a:rPr>
              <a:t> + (3 * </a:t>
            </a:r>
            <a:r>
              <a:rPr lang="fr-FR" sz="1200" dirty="0">
                <a:latin typeface="+mn-lt"/>
              </a:rPr>
              <a:t>l’écart‑type</a:t>
            </a:r>
            <a:r>
              <a:rPr lang="en-US" sz="1200" dirty="0">
                <a:latin typeface="+mn-lt"/>
              </a:rPr>
              <a:t> price)</a:t>
            </a:r>
          </a:p>
          <a:p>
            <a:pPr lvl="0">
              <a:buSzPts val="1100"/>
            </a:pPr>
            <a:r>
              <a:rPr lang="fr-FR" sz="1200" dirty="0">
                <a:latin typeface="+mn-lt"/>
              </a:rPr>
              <a:t>Seuil sup = Q3 + 1.5 * IQ R                    </a:t>
            </a:r>
            <a:r>
              <a:rPr lang="fr-FR" sz="800" dirty="0">
                <a:latin typeface="+mn-lt"/>
              </a:rPr>
              <a:t>(avec IQR=Q3-Q1)</a:t>
            </a:r>
            <a:endParaRPr lang="fr-FR" sz="800" b="1" dirty="0">
              <a:latin typeface="+mn-lt"/>
            </a:endParaRPr>
          </a:p>
          <a:p>
            <a:pPr lvl="0">
              <a:buSzPts val="1100"/>
            </a:pPr>
            <a:r>
              <a:rPr lang="fr-FR" sz="1200" dirty="0">
                <a:latin typeface="+mn-lt"/>
              </a:rPr>
              <a:t>Seuil </a:t>
            </a:r>
            <a:r>
              <a:rPr lang="fr-FR" sz="1200" dirty="0" err="1">
                <a:latin typeface="+mn-lt"/>
              </a:rPr>
              <a:t>inf</a:t>
            </a:r>
            <a:r>
              <a:rPr lang="fr-FR" sz="1200" dirty="0">
                <a:latin typeface="+mn-lt"/>
              </a:rPr>
              <a:t> = Q1 - 1.5 * IQR</a:t>
            </a:r>
          </a:p>
          <a:p>
            <a:pPr>
              <a:buSzPts val="1100"/>
            </a:pPr>
            <a:r>
              <a:rPr lang="fr-FR" sz="1200" dirty="0">
                <a:latin typeface="+mn-lt"/>
              </a:rPr>
              <a:t>Proportion outliers = nombre outliers / Nombre total de produits</a:t>
            </a:r>
          </a:p>
          <a:p>
            <a:pPr>
              <a:buSzPts val="1100"/>
            </a:pPr>
            <a:endParaRPr lang="fr-FR" sz="1200" dirty="0">
              <a:latin typeface="+mn-lt"/>
            </a:endParaRPr>
          </a:p>
          <a:p>
            <a:pPr>
              <a:buSzPts val="1100"/>
            </a:pPr>
            <a:r>
              <a:rPr lang="fr-FR" sz="1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Analyse des ventes en CA:  CA total et par article (Page10)</a:t>
            </a:r>
            <a:endParaRPr lang="fr-FR" sz="1200" dirty="0">
              <a:latin typeface="+mn-lt"/>
            </a:endParaRPr>
          </a:p>
          <a:p>
            <a:pPr>
              <a:buSzPts val="1100"/>
            </a:pPr>
            <a:r>
              <a:rPr lang="fr-FR" sz="1200" dirty="0">
                <a:latin typeface="+mn-lt"/>
              </a:rPr>
              <a:t>CA par article=Prix unitaire × Quantité vendue</a:t>
            </a:r>
          </a:p>
          <a:p>
            <a:pPr>
              <a:buSzPts val="1100"/>
            </a:pPr>
            <a:r>
              <a:rPr lang="fr-FR" sz="1200" dirty="0">
                <a:latin typeface="+mn-lt"/>
              </a:rPr>
              <a:t>CA total=∑(CA par article)</a:t>
            </a:r>
          </a:p>
          <a:p>
            <a:pPr>
              <a:buSzPts val="1100"/>
            </a:pPr>
            <a:endParaRPr lang="fr-FR" sz="1200" b="1" dirty="0">
              <a:latin typeface="+mn-lt"/>
            </a:endParaRPr>
          </a:p>
          <a:p>
            <a:pPr>
              <a:buSzPts val="1100"/>
            </a:pPr>
            <a:r>
              <a:rPr lang="fr-FR" sz="1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Analyse des ventes en CA : Analyse 20/80 du CA (Page 11)</a:t>
            </a:r>
          </a:p>
          <a:p>
            <a:pPr>
              <a:buSzPts val="1100"/>
            </a:pPr>
            <a:r>
              <a:rPr lang="fr-FR" sz="1200" dirty="0">
                <a:latin typeface="+mn-lt"/>
              </a:rPr>
              <a:t>Part du CA = CA de l’article</a:t>
            </a:r>
            <a:r>
              <a:rPr lang="fr-FR" sz="1200" b="1" dirty="0">
                <a:latin typeface="+mn-lt"/>
              </a:rPr>
              <a:t>​ / </a:t>
            </a:r>
            <a:r>
              <a:rPr lang="fr-FR" sz="1200" dirty="0">
                <a:latin typeface="+mn-lt"/>
              </a:rPr>
              <a:t>CA total </a:t>
            </a:r>
          </a:p>
          <a:p>
            <a:pPr>
              <a:buSzPts val="1100"/>
            </a:pPr>
            <a:r>
              <a:rPr lang="fr-FR" sz="1200" dirty="0">
                <a:latin typeface="+mn-lt"/>
              </a:rPr>
              <a:t>CA cumulé = Somme cumulée des parts du CA triées par ordre décroissant</a:t>
            </a:r>
          </a:p>
          <a:p>
            <a:pPr>
              <a:buSzPts val="1100"/>
            </a:pPr>
            <a:r>
              <a:rPr lang="fr-FR" sz="1200" dirty="0">
                <a:latin typeface="+mn-lt"/>
              </a:rPr>
              <a:t>proportion_80 = nb_articles_80 /Nombre total d’articles* 100 </a:t>
            </a:r>
          </a:p>
          <a:p>
            <a:pPr>
              <a:buSzPts val="1100"/>
            </a:pPr>
            <a:endParaRPr lang="fr-FR" sz="1200" dirty="0">
              <a:latin typeface="+mn-lt"/>
            </a:endParaRPr>
          </a:p>
          <a:p>
            <a:pPr>
              <a:buSzPts val="1100"/>
            </a:pPr>
            <a:r>
              <a:rPr lang="fr-FR" sz="1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Analyse des ventes : Analyse 20/80 des ventes en quantité (page 13)</a:t>
            </a:r>
            <a:endParaRPr lang="fr-FR" sz="1200" dirty="0"/>
          </a:p>
          <a:p>
            <a:pPr>
              <a:buSzPts val="1100"/>
            </a:pPr>
            <a:r>
              <a:rPr lang="fr-FR" sz="1200" dirty="0"/>
              <a:t>Quantité totale vendue = ∑quantité vendue </a:t>
            </a:r>
          </a:p>
          <a:p>
            <a:pPr>
              <a:buSzPts val="1100"/>
            </a:pPr>
            <a:r>
              <a:rPr lang="fr-FR" sz="1200" dirty="0"/>
              <a:t>Part de quantité = quantité vendue de l’article / Quantité totale vendue</a:t>
            </a:r>
          </a:p>
          <a:p>
            <a:pPr>
              <a:buSzPts val="1100"/>
            </a:pPr>
            <a:r>
              <a:rPr lang="fr-FR" sz="1200" dirty="0"/>
              <a:t>Quantité cumulée = somme cumulée des parts de quantité  triées par ordre décroissant</a:t>
            </a:r>
          </a:p>
          <a:p>
            <a:pPr>
              <a:buSzPts val="1100"/>
            </a:pPr>
            <a:r>
              <a:rPr lang="fr-FR" sz="1200" dirty="0"/>
              <a:t>proportion_80_qte = nb_articles_80_qte / Nombre total d’articles * 100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06D74E2-0936-D942-DE5D-790407DEEB4D}"/>
              </a:ext>
            </a:extLst>
          </p:cNvPr>
          <p:cNvSpPr txBox="1"/>
          <p:nvPr/>
        </p:nvSpPr>
        <p:spPr>
          <a:xfrm>
            <a:off x="5056631" y="945703"/>
            <a:ext cx="408736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100"/>
            </a:pPr>
            <a:r>
              <a:rPr lang="fr-FR" sz="1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Analyse des stocks : Flop 20 des produits avec le plus grand nombre de mois de stock (Page14) </a:t>
            </a:r>
          </a:p>
          <a:p>
            <a:pPr>
              <a:buSzPts val="1100"/>
            </a:pPr>
            <a:r>
              <a:rPr lang="fr-FR" sz="1200" dirty="0">
                <a:latin typeface="+mn-lt"/>
              </a:rPr>
              <a:t>Mois de stock=Quantité  en stock​</a:t>
            </a:r>
            <a:r>
              <a:rPr lang="fr-FR" sz="1200" b="1" dirty="0">
                <a:latin typeface="+mn-lt"/>
              </a:rPr>
              <a:t>/</a:t>
            </a:r>
            <a:r>
              <a:rPr lang="fr-FR" sz="1200" dirty="0">
                <a:latin typeface="+mn-lt"/>
              </a:rPr>
              <a:t>Quantité vendue par mois</a:t>
            </a:r>
          </a:p>
          <a:p>
            <a:pPr>
              <a:buSzPts val="1100"/>
            </a:pPr>
            <a:endParaRPr lang="fr-FR" sz="1200" dirty="0">
              <a:latin typeface="+mn-lt"/>
            </a:endParaRPr>
          </a:p>
          <a:p>
            <a:pPr>
              <a:buSzPts val="1100"/>
            </a:pPr>
            <a:r>
              <a:rPr lang="fr-FR" sz="1200" b="1" dirty="0">
                <a:solidFill>
                  <a:schemeClr val="accent5">
                    <a:lumMod val="75000"/>
                  </a:schemeClr>
                </a:solidFill>
              </a:rPr>
              <a:t>Analyse des stocks: Valorisation des stocks en euros et nombre de produits en stock (page 15)</a:t>
            </a:r>
          </a:p>
          <a:p>
            <a:pPr>
              <a:buSzPts val="1100"/>
            </a:pPr>
            <a:r>
              <a:rPr lang="fr-FR" sz="1200" b="1" dirty="0"/>
              <a:t>- par produit: </a:t>
            </a:r>
            <a:endParaRPr lang="fr-FR" sz="1200" b="1" dirty="0">
              <a:solidFill>
                <a:schemeClr val="accent5">
                  <a:lumMod val="75000"/>
                </a:schemeClr>
              </a:solidFill>
            </a:endParaRPr>
          </a:p>
          <a:p>
            <a:pPr>
              <a:buSzPts val="1100"/>
            </a:pPr>
            <a:r>
              <a:rPr lang="fr-FR" sz="1200" dirty="0"/>
              <a:t>Valorisation stock euros = prix unitaire × quantité en stock.</a:t>
            </a:r>
          </a:p>
          <a:p>
            <a:pPr>
              <a:buSzPts val="1100"/>
            </a:pPr>
            <a:r>
              <a:rPr lang="fr-FR" sz="1200" b="1" dirty="0"/>
              <a:t>- Totale : </a:t>
            </a:r>
          </a:p>
          <a:p>
            <a:pPr>
              <a:buSzPts val="1100"/>
            </a:pPr>
            <a:r>
              <a:rPr lang="fr-FR" sz="1200" dirty="0"/>
              <a:t>Valorisation totale = ∑valorisation stock euros</a:t>
            </a:r>
          </a:p>
          <a:p>
            <a:pPr>
              <a:buSzPts val="1100"/>
            </a:pPr>
            <a:r>
              <a:rPr lang="fr-FR" sz="1200" dirty="0"/>
              <a:t>Analyse de la valorisation totale des stocks par rapport au chiffre d’affaires total  =  VALORISATION_TOTALE/CA_TOTAL</a:t>
            </a:r>
          </a:p>
          <a:p>
            <a:pPr>
              <a:buSzPts val="1100"/>
            </a:pPr>
            <a:r>
              <a:rPr lang="fr-FR" sz="1200" dirty="0"/>
              <a:t>Quantité totale en stock (</a:t>
            </a:r>
            <a:r>
              <a:rPr lang="fr-FR" sz="1200" dirty="0" err="1"/>
              <a:t>stock_quantity</a:t>
            </a:r>
            <a:r>
              <a:rPr lang="fr-FR" sz="1200" dirty="0"/>
              <a:t>) = ∑(</a:t>
            </a:r>
            <a:r>
              <a:rPr lang="fr-FR" sz="1200" dirty="0" err="1"/>
              <a:t>stock_quantity</a:t>
            </a:r>
            <a:r>
              <a:rPr lang="fr-FR" sz="1200" dirty="0"/>
              <a:t>)</a:t>
            </a:r>
          </a:p>
          <a:p>
            <a:pPr>
              <a:buSzPts val="1100"/>
            </a:pPr>
            <a:endParaRPr lang="fr-FR" sz="1200" b="1" dirty="0">
              <a:solidFill>
                <a:schemeClr val="accent5"/>
              </a:solidFill>
            </a:endParaRPr>
          </a:p>
          <a:p>
            <a:pPr>
              <a:buSzPts val="1100"/>
            </a:pPr>
            <a:r>
              <a:rPr lang="fr-FR" sz="1200" b="1" dirty="0">
                <a:solidFill>
                  <a:schemeClr val="accent5"/>
                </a:solidFill>
              </a:rPr>
              <a:t>Analyse du taux de marge (page16)</a:t>
            </a:r>
          </a:p>
          <a:p>
            <a:pPr>
              <a:buSzPts val="1100"/>
            </a:pPr>
            <a:r>
              <a:rPr lang="fr-FR" sz="1200" dirty="0"/>
              <a:t>Prix HT = Price / (1 + TVA)     avec TVA = 20% = 0.20</a:t>
            </a:r>
          </a:p>
          <a:p>
            <a:pPr>
              <a:buSzPts val="1100"/>
            </a:pPr>
            <a:r>
              <a:rPr lang="fr-FR" sz="1200" dirty="0"/>
              <a:t>Taux de marge = prix de vente HT – prix d’achat /  prix de vente HT 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D28B1B94-D6BE-F909-ED4E-1DFEABB11F5B}"/>
              </a:ext>
            </a:extLst>
          </p:cNvPr>
          <p:cNvCxnSpPr>
            <a:cxnSpLocks/>
          </p:cNvCxnSpPr>
          <p:nvPr/>
        </p:nvCxnSpPr>
        <p:spPr>
          <a:xfrm>
            <a:off x="5056630" y="836603"/>
            <a:ext cx="1" cy="430689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4112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38730</TotalTime>
  <Words>1855</Words>
  <Application>Microsoft Office PowerPoint</Application>
  <PresentationFormat>Affichage à l'écran (16:9)</PresentationFormat>
  <Paragraphs>231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7" baseType="lpstr">
      <vt:lpstr>Arial</vt:lpstr>
      <vt:lpstr>Wingdings</vt:lpstr>
      <vt:lpstr>Montserrat</vt:lpstr>
      <vt:lpstr>Courier New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AMEL HADJ</cp:lastModifiedBy>
  <cp:revision>32</cp:revision>
  <dcterms:modified xsi:type="dcterms:W3CDTF">2026-01-25T19:53:32Z</dcterms:modified>
</cp:coreProperties>
</file>